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38A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81" autoAdjust="0"/>
    <p:restoredTop sz="94660"/>
  </p:normalViewPr>
  <p:slideViewPr>
    <p:cSldViewPr snapToGrid="0" showGuides="1">
      <p:cViewPr>
        <p:scale>
          <a:sx n="75" d="100"/>
          <a:sy n="75" d="100"/>
        </p:scale>
        <p:origin x="989" y="23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4FC8C-0B6F-0971-B7C4-C0C0C342DF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2ED708-E583-B53C-8DBF-407A11A7F9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265665-ACCC-7B2E-226E-5C8381649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390B5-D7E4-4A9A-ABAD-920B3BD530F5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A7790B-81EB-2E5A-9473-14877EA5D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D2833B-1579-2F64-3769-1736A8400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686B5-A993-4D46-844D-89D9791579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49011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86C9F-6F28-A31F-4338-194DC90D2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4C6261-DDFA-DD90-4CB4-FB3859D019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15BC70-A58C-346F-78CF-B20400011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390B5-D7E4-4A9A-ABAD-920B3BD530F5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8A9A2F-3643-3C3A-38B8-5CFE6F6B5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D52C9-7BEA-20FB-DEDB-91FAFE51E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686B5-A993-4D46-844D-89D9791579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22301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51920-2748-C59E-2DCC-DACE99F39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BB7159-63FA-7BBB-1F19-A3098B1B28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D43D7-45E6-79CE-6068-A33A78847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390B5-D7E4-4A9A-ABAD-920B3BD530F5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706444-E1AE-1F2D-502F-8F826A04B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249146-1C60-B9FF-AC13-83F4C949E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686B5-A993-4D46-844D-89D9791579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28752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35DBD-9FAA-D354-0835-66A05CC00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C1B4DE-5B64-AA70-5977-570846A10C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AFB915-086A-EFD1-42DD-012480D971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6E3F9F-C089-D9AE-E71E-F8EE62965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390B5-D7E4-4A9A-ABAD-920B3BD530F5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0DED89-C33F-D065-5C2E-CCA442130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E2C45F-93EF-2CA6-ED89-0B031BED2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686B5-A993-4D46-844D-89D9791579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44000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2673F-2D1A-7FD4-9D26-5C290C71D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FA9612-4F67-43D8-57B8-F5557C8043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646CD6-1583-1184-21F8-ED3DCC10EF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22DD41-06F4-B907-4E37-44255607BC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FE37BC-E083-9466-A4A2-F88B3E2E50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F54B63-F889-37D9-529B-2E55F0A6F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390B5-D7E4-4A9A-ABAD-920B3BD530F5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BBB079-E875-FF66-75BD-031F8D43B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BAF61C-7815-A267-FEE7-3CDF417D7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686B5-A993-4D46-844D-89D9791579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24236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447DB-C6AC-07B4-AA53-DB36104FD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3C5254-6249-6A6E-9F8B-57DB7E6B3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390B5-D7E4-4A9A-ABAD-920B3BD530F5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CF0B22-100D-D1C5-911B-B38DE319B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3D9F55-3864-3B93-73EE-72BB89338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686B5-A993-4D46-844D-89D9791579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38530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3531BD-8F1D-6E3F-62D1-042185461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390B5-D7E4-4A9A-ABAD-920B3BD530F5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E7C824-F115-3ED4-AF40-2970CCFE7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4ACC26-48DB-137B-7730-BBA11E182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686B5-A993-4D46-844D-89D9791579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85557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DFF1F-51FA-952A-FE77-C72E4D590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90C7C8-B450-3145-E7EA-99CAC13020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CC5FB3-E4C2-E13F-966F-D1CC4C8ACD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8AD840-B5FA-AC49-F76B-F529B7E15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390B5-D7E4-4A9A-ABAD-920B3BD530F5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157FA6-2678-07FC-4BA5-44408AD42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348DAD-2181-1F9C-C2DD-F8889A1F9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686B5-A993-4D46-844D-89D9791579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15789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C1DE8-E098-E7F9-F89C-689C2D2F7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8450DE-F969-B8B0-3CFF-C0C5FA9C25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48F666-685D-D4A0-50B2-167A873667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4938FF-764A-0BED-4474-63C5E33F0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390B5-D7E4-4A9A-ABAD-920B3BD530F5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E298C6-1FE1-E788-115F-C1216ED01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37CFF2-766C-3EB0-DB57-E168B7E60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686B5-A993-4D46-844D-89D9791579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96287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A57E1-F87F-8BC4-DE79-C13F46A0E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201731-9B48-3ABA-00F1-7FD44ED25E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6D901A-26C9-D3FB-0E5D-45EF7D8C4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390B5-D7E4-4A9A-ABAD-920B3BD530F5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A21655-00BD-3234-A977-FA40FAB9A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FBEEF7-4D06-4345-5393-E8FE57B25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686B5-A993-4D46-844D-89D9791579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87941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6137D0-0FCA-6929-1DD5-000A372016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35090B-A991-4086-C8B8-49A04491E7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51967A-2CCB-3928-FE36-232C382C1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390B5-D7E4-4A9A-ABAD-920B3BD530F5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7256CD-9852-3C3D-A44E-6EB51D496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228924-89DB-5A37-D355-F6CD95598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686B5-A993-4D46-844D-89D9791579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92794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93E056-3452-16C1-8CD0-69F19DC5A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7D8A32-72D5-1FFB-5BEB-B08CA218D3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9792A5-6D5A-7EC3-A061-42B5A10CAF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7390B5-D7E4-4A9A-ABAD-920B3BD530F5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0734D2-06D7-87E4-EA8E-DF59DC67B7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BFD1D0-60EA-EC94-861C-5CA6090DA8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4686B5-A993-4D46-844D-89D9791579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82228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7" Type="http://schemas.openxmlformats.org/officeDocument/2006/relationships/image" Target="../media/image49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3DBC3A0-E9BE-01C9-C320-38FB5E5CCC4A}"/>
              </a:ext>
            </a:extLst>
          </p:cNvPr>
          <p:cNvCxnSpPr/>
          <p:nvPr/>
        </p:nvCxnSpPr>
        <p:spPr>
          <a:xfrm flipV="1">
            <a:off x="9440562" y="2261286"/>
            <a:ext cx="556054" cy="852617"/>
          </a:xfrm>
          <a:prstGeom prst="straightConnector1">
            <a:avLst/>
          </a:prstGeom>
          <a:ln w="31750" cap="rnd">
            <a:solidFill>
              <a:schemeClr val="tx1"/>
            </a:solidFill>
            <a:round/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A71F867-C851-B508-B87A-A6A92093E5EF}"/>
              </a:ext>
            </a:extLst>
          </p:cNvPr>
          <p:cNvCxnSpPr>
            <a:cxnSpLocks/>
          </p:cNvCxnSpPr>
          <p:nvPr/>
        </p:nvCxnSpPr>
        <p:spPr>
          <a:xfrm flipH="1" flipV="1">
            <a:off x="9316995" y="1692876"/>
            <a:ext cx="123567" cy="1421027"/>
          </a:xfrm>
          <a:prstGeom prst="straightConnector1">
            <a:avLst/>
          </a:prstGeom>
          <a:ln w="31750" cap="rnd">
            <a:solidFill>
              <a:schemeClr val="tx1"/>
            </a:solidFill>
            <a:round/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395E0BE-6A4C-9B32-2BE7-5C1CF513C437}"/>
              </a:ext>
            </a:extLst>
          </p:cNvPr>
          <p:cNvCxnSpPr>
            <a:cxnSpLocks/>
          </p:cNvCxnSpPr>
          <p:nvPr/>
        </p:nvCxnSpPr>
        <p:spPr>
          <a:xfrm flipV="1">
            <a:off x="9440562" y="2261286"/>
            <a:ext cx="216243" cy="852617"/>
          </a:xfrm>
          <a:prstGeom prst="straightConnector1">
            <a:avLst/>
          </a:prstGeom>
          <a:ln w="31750" cap="rnd">
            <a:solidFill>
              <a:schemeClr val="tx1"/>
            </a:solidFill>
            <a:round/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AEE53C3-E8C4-6E6C-E97F-FFC7745C1FF4}"/>
              </a:ext>
            </a:extLst>
          </p:cNvPr>
          <p:cNvCxnSpPr>
            <a:cxnSpLocks/>
          </p:cNvCxnSpPr>
          <p:nvPr/>
        </p:nvCxnSpPr>
        <p:spPr>
          <a:xfrm flipV="1">
            <a:off x="9456007" y="2261286"/>
            <a:ext cx="1809239" cy="852617"/>
          </a:xfrm>
          <a:prstGeom prst="straightConnector1">
            <a:avLst/>
          </a:prstGeom>
          <a:ln w="31750" cap="rnd">
            <a:solidFill>
              <a:schemeClr val="tx1"/>
            </a:solidFill>
            <a:round/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3A5F991-7165-7DF3-98C0-052F970160EF}"/>
              </a:ext>
            </a:extLst>
          </p:cNvPr>
          <p:cNvCxnSpPr>
            <a:cxnSpLocks/>
          </p:cNvCxnSpPr>
          <p:nvPr/>
        </p:nvCxnSpPr>
        <p:spPr>
          <a:xfrm flipH="1" flipV="1">
            <a:off x="8404653" y="2940908"/>
            <a:ext cx="1035909" cy="172994"/>
          </a:xfrm>
          <a:prstGeom prst="straightConnector1">
            <a:avLst/>
          </a:prstGeom>
          <a:ln w="31750" cap="rnd">
            <a:solidFill>
              <a:schemeClr val="tx1"/>
            </a:solidFill>
            <a:round/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46AFC5D-A9EA-7632-8980-E38C4CCE1CF2}"/>
              </a:ext>
            </a:extLst>
          </p:cNvPr>
          <p:cNvCxnSpPr>
            <a:cxnSpLocks/>
          </p:cNvCxnSpPr>
          <p:nvPr/>
        </p:nvCxnSpPr>
        <p:spPr>
          <a:xfrm flipH="1" flipV="1">
            <a:off x="9092513" y="2687594"/>
            <a:ext cx="363494" cy="426308"/>
          </a:xfrm>
          <a:prstGeom prst="straightConnector1">
            <a:avLst/>
          </a:prstGeom>
          <a:ln w="31750" cap="rnd">
            <a:solidFill>
              <a:schemeClr val="tx1"/>
            </a:solidFill>
            <a:round/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25F1EE2-A541-5FE4-FD24-824F0251214B}"/>
              </a:ext>
            </a:extLst>
          </p:cNvPr>
          <p:cNvCxnSpPr>
            <a:cxnSpLocks/>
          </p:cNvCxnSpPr>
          <p:nvPr/>
        </p:nvCxnSpPr>
        <p:spPr>
          <a:xfrm flipH="1">
            <a:off x="8930330" y="3101545"/>
            <a:ext cx="517955" cy="123569"/>
          </a:xfrm>
          <a:prstGeom prst="straightConnector1">
            <a:avLst/>
          </a:prstGeom>
          <a:ln w="31750" cap="rnd">
            <a:solidFill>
              <a:schemeClr val="tx1"/>
            </a:solidFill>
            <a:round/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950C46E-0DCC-0264-F936-277C085DC663}"/>
              </a:ext>
            </a:extLst>
          </p:cNvPr>
          <p:cNvCxnSpPr>
            <a:cxnSpLocks/>
          </p:cNvCxnSpPr>
          <p:nvPr/>
        </p:nvCxnSpPr>
        <p:spPr>
          <a:xfrm flipH="1">
            <a:off x="8083892" y="3101545"/>
            <a:ext cx="1368254" cy="939115"/>
          </a:xfrm>
          <a:prstGeom prst="straightConnector1">
            <a:avLst/>
          </a:prstGeom>
          <a:ln w="31750" cap="rnd">
            <a:solidFill>
              <a:schemeClr val="tx1"/>
            </a:solidFill>
            <a:round/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C79EF24-D02B-86CF-3FA6-3D065794F432}"/>
              </a:ext>
            </a:extLst>
          </p:cNvPr>
          <p:cNvCxnSpPr>
            <a:cxnSpLocks/>
          </p:cNvCxnSpPr>
          <p:nvPr/>
        </p:nvCxnSpPr>
        <p:spPr>
          <a:xfrm flipH="1">
            <a:off x="8930330" y="3120080"/>
            <a:ext cx="510232" cy="735228"/>
          </a:xfrm>
          <a:prstGeom prst="straightConnector1">
            <a:avLst/>
          </a:prstGeom>
          <a:ln w="31750" cap="rnd">
            <a:solidFill>
              <a:schemeClr val="tx1"/>
            </a:solidFill>
            <a:round/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A0EC9F7-1736-064E-67FB-EB3BEB73127F}"/>
              </a:ext>
            </a:extLst>
          </p:cNvPr>
          <p:cNvCxnSpPr>
            <a:cxnSpLocks/>
          </p:cNvCxnSpPr>
          <p:nvPr/>
        </p:nvCxnSpPr>
        <p:spPr>
          <a:xfrm>
            <a:off x="9448284" y="3126259"/>
            <a:ext cx="517955" cy="1328352"/>
          </a:xfrm>
          <a:prstGeom prst="straightConnector1">
            <a:avLst/>
          </a:prstGeom>
          <a:ln w="31750" cap="rnd">
            <a:solidFill>
              <a:schemeClr val="tx1"/>
            </a:solidFill>
            <a:round/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2DF28D8-1A75-F303-5DA2-CE82E3A8EA28}"/>
              </a:ext>
            </a:extLst>
          </p:cNvPr>
          <p:cNvCxnSpPr>
            <a:cxnSpLocks/>
          </p:cNvCxnSpPr>
          <p:nvPr/>
        </p:nvCxnSpPr>
        <p:spPr>
          <a:xfrm>
            <a:off x="9456006" y="3120081"/>
            <a:ext cx="1034881" cy="1241854"/>
          </a:xfrm>
          <a:prstGeom prst="straightConnector1">
            <a:avLst/>
          </a:prstGeom>
          <a:ln w="31750" cap="rnd">
            <a:solidFill>
              <a:schemeClr val="tx1"/>
            </a:solidFill>
            <a:round/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F5BA831-1E9B-8AE9-B271-ABA9B9651DCE}"/>
              </a:ext>
            </a:extLst>
          </p:cNvPr>
          <p:cNvCxnSpPr>
            <a:cxnSpLocks/>
          </p:cNvCxnSpPr>
          <p:nvPr/>
        </p:nvCxnSpPr>
        <p:spPr>
          <a:xfrm>
            <a:off x="9448283" y="3132437"/>
            <a:ext cx="634831" cy="481914"/>
          </a:xfrm>
          <a:prstGeom prst="straightConnector1">
            <a:avLst/>
          </a:prstGeom>
          <a:ln w="31750" cap="rnd">
            <a:solidFill>
              <a:schemeClr val="tx1"/>
            </a:solidFill>
            <a:round/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C1AB479-09BA-13E1-D2E7-87C3122EF520}"/>
              </a:ext>
            </a:extLst>
          </p:cNvPr>
          <p:cNvCxnSpPr>
            <a:cxnSpLocks/>
          </p:cNvCxnSpPr>
          <p:nvPr/>
        </p:nvCxnSpPr>
        <p:spPr>
          <a:xfrm>
            <a:off x="9440562" y="3126258"/>
            <a:ext cx="1421027" cy="614750"/>
          </a:xfrm>
          <a:prstGeom prst="straightConnector1">
            <a:avLst/>
          </a:prstGeom>
          <a:ln w="31750" cap="rnd">
            <a:solidFill>
              <a:schemeClr val="tx1"/>
            </a:solidFill>
            <a:round/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17C06D5-8ED0-5317-EF1E-F733CFD3397E}"/>
              </a:ext>
            </a:extLst>
          </p:cNvPr>
          <p:cNvCxnSpPr>
            <a:cxnSpLocks/>
          </p:cNvCxnSpPr>
          <p:nvPr/>
        </p:nvCxnSpPr>
        <p:spPr>
          <a:xfrm flipV="1">
            <a:off x="9448283" y="2947087"/>
            <a:ext cx="1042604" cy="166815"/>
          </a:xfrm>
          <a:prstGeom prst="straightConnector1">
            <a:avLst/>
          </a:prstGeom>
          <a:ln w="31750" cap="rnd">
            <a:solidFill>
              <a:schemeClr val="tx1"/>
            </a:solidFill>
            <a:round/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1DC41525-013F-BE58-96AC-7F0559E1FBFC}"/>
              </a:ext>
            </a:extLst>
          </p:cNvPr>
          <p:cNvCxnSpPr>
            <a:cxnSpLocks/>
          </p:cNvCxnSpPr>
          <p:nvPr/>
        </p:nvCxnSpPr>
        <p:spPr>
          <a:xfrm>
            <a:off x="9440561" y="3129347"/>
            <a:ext cx="1330414" cy="101944"/>
          </a:xfrm>
          <a:prstGeom prst="straightConnector1">
            <a:avLst/>
          </a:prstGeom>
          <a:ln w="31750" cap="rnd">
            <a:solidFill>
              <a:schemeClr val="tx1"/>
            </a:solidFill>
            <a:round/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236C3BEE-BA2E-5BE4-224E-5AA7BFE862EF}"/>
              </a:ext>
            </a:extLst>
          </p:cNvPr>
          <p:cNvCxnSpPr/>
          <p:nvPr/>
        </p:nvCxnSpPr>
        <p:spPr>
          <a:xfrm flipV="1">
            <a:off x="2008872" y="3242103"/>
            <a:ext cx="556054" cy="852617"/>
          </a:xfrm>
          <a:prstGeom prst="straightConnector1">
            <a:avLst/>
          </a:prstGeom>
          <a:ln w="31750" cap="rnd">
            <a:solidFill>
              <a:schemeClr val="tx1"/>
            </a:solidFill>
            <a:round/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640F6B5-DCD9-013D-FB1D-57015A38F86F}"/>
              </a:ext>
            </a:extLst>
          </p:cNvPr>
          <p:cNvCxnSpPr>
            <a:cxnSpLocks/>
          </p:cNvCxnSpPr>
          <p:nvPr/>
        </p:nvCxnSpPr>
        <p:spPr>
          <a:xfrm flipH="1" flipV="1">
            <a:off x="2080439" y="1396314"/>
            <a:ext cx="123567" cy="1421027"/>
          </a:xfrm>
          <a:prstGeom prst="straightConnector1">
            <a:avLst/>
          </a:prstGeom>
          <a:ln w="31750" cap="rnd">
            <a:solidFill>
              <a:schemeClr val="tx1"/>
            </a:solidFill>
            <a:round/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D4899F63-53B0-75F8-459E-958FF007BECC}"/>
              </a:ext>
            </a:extLst>
          </p:cNvPr>
          <p:cNvCxnSpPr>
            <a:cxnSpLocks/>
          </p:cNvCxnSpPr>
          <p:nvPr/>
        </p:nvCxnSpPr>
        <p:spPr>
          <a:xfrm flipV="1">
            <a:off x="3471347" y="2196413"/>
            <a:ext cx="216243" cy="852617"/>
          </a:xfrm>
          <a:prstGeom prst="straightConnector1">
            <a:avLst/>
          </a:prstGeom>
          <a:ln w="31750" cap="rnd">
            <a:solidFill>
              <a:schemeClr val="tx1"/>
            </a:solidFill>
            <a:round/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D7F2C19E-363E-5D67-4FA8-BC8C1460C1F0}"/>
              </a:ext>
            </a:extLst>
          </p:cNvPr>
          <p:cNvCxnSpPr>
            <a:cxnSpLocks/>
          </p:cNvCxnSpPr>
          <p:nvPr/>
        </p:nvCxnSpPr>
        <p:spPr>
          <a:xfrm flipV="1">
            <a:off x="2379568" y="1736125"/>
            <a:ext cx="1809239" cy="852617"/>
          </a:xfrm>
          <a:prstGeom prst="straightConnector1">
            <a:avLst/>
          </a:prstGeom>
          <a:ln w="31750" cap="rnd">
            <a:solidFill>
              <a:schemeClr val="tx1"/>
            </a:solidFill>
            <a:round/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F5015F43-66D0-848B-4DE0-03BC226F58FF}"/>
              </a:ext>
            </a:extLst>
          </p:cNvPr>
          <p:cNvCxnSpPr>
            <a:cxnSpLocks/>
          </p:cNvCxnSpPr>
          <p:nvPr/>
        </p:nvCxnSpPr>
        <p:spPr>
          <a:xfrm flipH="1" flipV="1">
            <a:off x="4133717" y="2330794"/>
            <a:ext cx="1035909" cy="172994"/>
          </a:xfrm>
          <a:prstGeom prst="straightConnector1">
            <a:avLst/>
          </a:prstGeom>
          <a:ln w="31750" cap="rnd">
            <a:solidFill>
              <a:schemeClr val="tx1"/>
            </a:solidFill>
            <a:round/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E9347FA5-69D4-8F19-E782-CA78DAA28A06}"/>
              </a:ext>
            </a:extLst>
          </p:cNvPr>
          <p:cNvCxnSpPr>
            <a:cxnSpLocks/>
          </p:cNvCxnSpPr>
          <p:nvPr/>
        </p:nvCxnSpPr>
        <p:spPr>
          <a:xfrm flipH="1" flipV="1">
            <a:off x="2792760" y="1424118"/>
            <a:ext cx="363494" cy="426308"/>
          </a:xfrm>
          <a:prstGeom prst="straightConnector1">
            <a:avLst/>
          </a:prstGeom>
          <a:ln w="31750" cap="rnd">
            <a:solidFill>
              <a:schemeClr val="tx1"/>
            </a:solidFill>
            <a:round/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A697CC13-4F4F-F08A-68C4-2C4CA56BD0E4}"/>
              </a:ext>
            </a:extLst>
          </p:cNvPr>
          <p:cNvCxnSpPr>
            <a:cxnSpLocks/>
          </p:cNvCxnSpPr>
          <p:nvPr/>
        </p:nvCxnSpPr>
        <p:spPr>
          <a:xfrm flipH="1">
            <a:off x="2855246" y="3373394"/>
            <a:ext cx="517955" cy="123569"/>
          </a:xfrm>
          <a:prstGeom prst="straightConnector1">
            <a:avLst/>
          </a:prstGeom>
          <a:ln w="31750" cap="rnd">
            <a:solidFill>
              <a:schemeClr val="tx1"/>
            </a:solidFill>
            <a:round/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24860782-2658-7982-7F14-460152872985}"/>
              </a:ext>
            </a:extLst>
          </p:cNvPr>
          <p:cNvCxnSpPr>
            <a:cxnSpLocks/>
          </p:cNvCxnSpPr>
          <p:nvPr/>
        </p:nvCxnSpPr>
        <p:spPr>
          <a:xfrm flipH="1">
            <a:off x="1169004" y="2965619"/>
            <a:ext cx="1368254" cy="939115"/>
          </a:xfrm>
          <a:prstGeom prst="straightConnector1">
            <a:avLst/>
          </a:prstGeom>
          <a:ln w="31750" cap="rnd">
            <a:solidFill>
              <a:schemeClr val="tx1"/>
            </a:solidFill>
            <a:round/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0807167B-25BF-9B4C-6ADD-E470796684F7}"/>
              </a:ext>
            </a:extLst>
          </p:cNvPr>
          <p:cNvCxnSpPr>
            <a:cxnSpLocks/>
          </p:cNvCxnSpPr>
          <p:nvPr/>
        </p:nvCxnSpPr>
        <p:spPr>
          <a:xfrm flipH="1">
            <a:off x="1950828" y="4287796"/>
            <a:ext cx="510232" cy="735228"/>
          </a:xfrm>
          <a:prstGeom prst="straightConnector1">
            <a:avLst/>
          </a:prstGeom>
          <a:ln w="31750" cap="rnd">
            <a:solidFill>
              <a:schemeClr val="tx1"/>
            </a:solidFill>
            <a:round/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CE3913DD-3831-FC17-1CB1-5C0B0298F100}"/>
              </a:ext>
            </a:extLst>
          </p:cNvPr>
          <p:cNvCxnSpPr>
            <a:cxnSpLocks/>
          </p:cNvCxnSpPr>
          <p:nvPr/>
        </p:nvCxnSpPr>
        <p:spPr>
          <a:xfrm>
            <a:off x="3300406" y="4065373"/>
            <a:ext cx="517955" cy="1328352"/>
          </a:xfrm>
          <a:prstGeom prst="straightConnector1">
            <a:avLst/>
          </a:prstGeom>
          <a:ln w="31750" cap="rnd">
            <a:solidFill>
              <a:schemeClr val="tx1"/>
            </a:solidFill>
            <a:round/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B8AA3C1F-7666-17F8-2CA4-43E57E40C84D}"/>
              </a:ext>
            </a:extLst>
          </p:cNvPr>
          <p:cNvCxnSpPr>
            <a:cxnSpLocks/>
          </p:cNvCxnSpPr>
          <p:nvPr/>
        </p:nvCxnSpPr>
        <p:spPr>
          <a:xfrm>
            <a:off x="926754" y="1569308"/>
            <a:ext cx="1034881" cy="1241854"/>
          </a:xfrm>
          <a:prstGeom prst="straightConnector1">
            <a:avLst/>
          </a:prstGeom>
          <a:ln w="31750" cap="rnd">
            <a:solidFill>
              <a:schemeClr val="tx1"/>
            </a:solidFill>
            <a:round/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54C4342F-649A-D86D-EF9E-ACD515A18B70}"/>
              </a:ext>
            </a:extLst>
          </p:cNvPr>
          <p:cNvCxnSpPr>
            <a:cxnSpLocks/>
          </p:cNvCxnSpPr>
          <p:nvPr/>
        </p:nvCxnSpPr>
        <p:spPr>
          <a:xfrm>
            <a:off x="4389732" y="1424116"/>
            <a:ext cx="634831" cy="481914"/>
          </a:xfrm>
          <a:prstGeom prst="straightConnector1">
            <a:avLst/>
          </a:prstGeom>
          <a:ln w="31750" cap="rnd">
            <a:solidFill>
              <a:schemeClr val="tx1"/>
            </a:solidFill>
            <a:round/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6B69CDE1-3A62-C589-C2DE-8A2C6D6B5BC3}"/>
              </a:ext>
            </a:extLst>
          </p:cNvPr>
          <p:cNvCxnSpPr>
            <a:cxnSpLocks/>
          </p:cNvCxnSpPr>
          <p:nvPr/>
        </p:nvCxnSpPr>
        <p:spPr>
          <a:xfrm>
            <a:off x="3748599" y="4040660"/>
            <a:ext cx="1421027" cy="614750"/>
          </a:xfrm>
          <a:prstGeom prst="straightConnector1">
            <a:avLst/>
          </a:prstGeom>
          <a:ln w="31750" cap="rnd">
            <a:solidFill>
              <a:schemeClr val="tx1"/>
            </a:solidFill>
            <a:round/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1330AEA4-4283-E13E-6CC5-B0CD90819DF3}"/>
              </a:ext>
            </a:extLst>
          </p:cNvPr>
          <p:cNvCxnSpPr>
            <a:cxnSpLocks/>
          </p:cNvCxnSpPr>
          <p:nvPr/>
        </p:nvCxnSpPr>
        <p:spPr>
          <a:xfrm flipV="1">
            <a:off x="4133717" y="2900749"/>
            <a:ext cx="1042604" cy="166815"/>
          </a:xfrm>
          <a:prstGeom prst="straightConnector1">
            <a:avLst/>
          </a:prstGeom>
          <a:ln w="31750" cap="rnd">
            <a:solidFill>
              <a:schemeClr val="tx1"/>
            </a:solidFill>
            <a:round/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479C0CE0-1665-C50D-A007-EED48F396B5B}"/>
              </a:ext>
            </a:extLst>
          </p:cNvPr>
          <p:cNvCxnSpPr>
            <a:cxnSpLocks/>
          </p:cNvCxnSpPr>
          <p:nvPr/>
        </p:nvCxnSpPr>
        <p:spPr>
          <a:xfrm>
            <a:off x="3626965" y="3435177"/>
            <a:ext cx="1330414" cy="101944"/>
          </a:xfrm>
          <a:prstGeom prst="straightConnector1">
            <a:avLst/>
          </a:prstGeom>
          <a:ln w="31750" cap="rnd">
            <a:solidFill>
              <a:schemeClr val="tx1"/>
            </a:solidFill>
            <a:round/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1549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ube 12">
            <a:extLst>
              <a:ext uri="{FF2B5EF4-FFF2-40B4-BE49-F238E27FC236}">
                <a16:creationId xmlns:a16="http://schemas.microsoft.com/office/drawing/2014/main" id="{E6DFF7F5-F247-D698-326E-9F4BEFCD4C55}"/>
              </a:ext>
            </a:extLst>
          </p:cNvPr>
          <p:cNvSpPr/>
          <p:nvPr/>
        </p:nvSpPr>
        <p:spPr>
          <a:xfrm>
            <a:off x="4904087" y="2379531"/>
            <a:ext cx="410401" cy="370701"/>
          </a:xfrm>
          <a:prstGeom prst="cube">
            <a:avLst>
              <a:gd name="adj" fmla="val 3356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47ABE476-C247-A4AE-1635-98B89CCA20F1}"/>
              </a:ext>
            </a:extLst>
          </p:cNvPr>
          <p:cNvCxnSpPr>
            <a:cxnSpLocks/>
          </p:cNvCxnSpPr>
          <p:nvPr/>
        </p:nvCxnSpPr>
        <p:spPr>
          <a:xfrm flipV="1">
            <a:off x="3677027" y="2563681"/>
            <a:ext cx="1409092" cy="865319"/>
          </a:xfrm>
          <a:prstGeom prst="straightConnector1">
            <a:avLst/>
          </a:prstGeom>
          <a:ln w="31750" cap="rnd">
            <a:solidFill>
              <a:schemeClr val="tx1"/>
            </a:solidFill>
            <a:round/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AF2E31E-283A-E03A-17B9-214748EFE87D}"/>
              </a:ext>
            </a:extLst>
          </p:cNvPr>
          <p:cNvCxnSpPr>
            <a:cxnSpLocks/>
          </p:cNvCxnSpPr>
          <p:nvPr/>
        </p:nvCxnSpPr>
        <p:spPr>
          <a:xfrm flipV="1">
            <a:off x="3677027" y="1186249"/>
            <a:ext cx="0" cy="2242751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F1D76F0-B780-C374-E269-388AFFCB2124}"/>
              </a:ext>
            </a:extLst>
          </p:cNvPr>
          <p:cNvCxnSpPr>
            <a:cxnSpLocks/>
          </p:cNvCxnSpPr>
          <p:nvPr/>
        </p:nvCxnSpPr>
        <p:spPr>
          <a:xfrm>
            <a:off x="3677027" y="3444447"/>
            <a:ext cx="3094479" cy="1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10A429E-79C2-2351-8938-07A9F3E52126}"/>
              </a:ext>
            </a:extLst>
          </p:cNvPr>
          <p:cNvCxnSpPr>
            <a:cxnSpLocks/>
          </p:cNvCxnSpPr>
          <p:nvPr/>
        </p:nvCxnSpPr>
        <p:spPr>
          <a:xfrm flipH="1">
            <a:off x="2597150" y="3444447"/>
            <a:ext cx="1079876" cy="1216453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F09A0BE-BFF3-2B0F-2663-1A042E7243B6}"/>
                  </a:ext>
                </a:extLst>
              </p:cNvPr>
              <p:cNvSpPr txBox="1"/>
              <p:nvPr/>
            </p:nvSpPr>
            <p:spPr>
              <a:xfrm>
                <a:off x="2738121" y="4537847"/>
                <a:ext cx="36946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F09A0BE-BFF3-2B0F-2663-1A042E7243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8121" y="4537847"/>
                <a:ext cx="369460" cy="369332"/>
              </a:xfrm>
              <a:prstGeom prst="rect">
                <a:avLst/>
              </a:prstGeom>
              <a:blipFill>
                <a:blip r:embed="rId2"/>
                <a:stretch>
                  <a:fillRect l="-11475" r="-1639" b="-983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CFCDEC0-9CBC-85FD-D569-6BA5344EAD7F}"/>
                  </a:ext>
                </a:extLst>
              </p:cNvPr>
              <p:cNvSpPr txBox="1"/>
              <p:nvPr/>
            </p:nvSpPr>
            <p:spPr>
              <a:xfrm>
                <a:off x="6402046" y="3498676"/>
                <a:ext cx="378502" cy="39850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CFCDEC0-9CBC-85FD-D569-6BA5344EAD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2046" y="3498676"/>
                <a:ext cx="378502" cy="398507"/>
              </a:xfrm>
              <a:prstGeom prst="rect">
                <a:avLst/>
              </a:prstGeom>
              <a:blipFill>
                <a:blip r:embed="rId3"/>
                <a:stretch>
                  <a:fillRect l="-11290" r="-6452" b="-20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A65F3E0-F8B0-BE11-EC37-E46B3566DA6B}"/>
                  </a:ext>
                </a:extLst>
              </p:cNvPr>
              <p:cNvSpPr txBox="1"/>
              <p:nvPr/>
            </p:nvSpPr>
            <p:spPr>
              <a:xfrm>
                <a:off x="3137088" y="1186249"/>
                <a:ext cx="35394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A65F3E0-F8B0-BE11-EC37-E46B3566DA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7088" y="1186249"/>
                <a:ext cx="353943" cy="369332"/>
              </a:xfrm>
              <a:prstGeom prst="rect">
                <a:avLst/>
              </a:prstGeom>
              <a:blipFill>
                <a:blip r:embed="rId4"/>
                <a:stretch>
                  <a:fillRect l="-12069" r="-1724" b="-10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610F50C-3B21-2067-F32D-FCE28527346C}"/>
                  </a:ext>
                </a:extLst>
              </p:cNvPr>
              <p:cNvSpPr txBox="1"/>
              <p:nvPr/>
            </p:nvSpPr>
            <p:spPr>
              <a:xfrm>
                <a:off x="3534616" y="3488033"/>
                <a:ext cx="28482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𝑂</m:t>
                      </m:r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610F50C-3B21-2067-F32D-FCE2852734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4616" y="3488033"/>
                <a:ext cx="284822" cy="369332"/>
              </a:xfrm>
              <a:prstGeom prst="rect">
                <a:avLst/>
              </a:prstGeom>
              <a:blipFill>
                <a:blip r:embed="rId5"/>
                <a:stretch>
                  <a:fillRect l="-25532" r="-21277" b="-655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47CC189-5A88-8A55-DE4B-C6CEEFFF687D}"/>
                  </a:ext>
                </a:extLst>
              </p:cNvPr>
              <p:cNvSpPr txBox="1"/>
              <p:nvPr/>
            </p:nvSpPr>
            <p:spPr>
              <a:xfrm>
                <a:off x="4163920" y="2643826"/>
                <a:ext cx="25327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</m:acc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47CC189-5A88-8A55-DE4B-C6CEEFFF68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3920" y="2643826"/>
                <a:ext cx="253274" cy="369332"/>
              </a:xfrm>
              <a:prstGeom prst="rect">
                <a:avLst/>
              </a:prstGeom>
              <a:blipFill>
                <a:blip r:embed="rId6"/>
                <a:stretch>
                  <a:fillRect l="-16667" r="-19048" b="-1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715B81E-6E52-2A31-3D93-FD27798D9CB9}"/>
                  </a:ext>
                </a:extLst>
              </p:cNvPr>
              <p:cNvSpPr txBox="1"/>
              <p:nvPr/>
            </p:nvSpPr>
            <p:spPr>
              <a:xfrm>
                <a:off x="4904087" y="2010199"/>
                <a:ext cx="45204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𝑑</m:t>
                      </m:r>
                      <m:acc>
                        <m:accPr>
                          <m:chr m:val="⃗"/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</m:acc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715B81E-6E52-2A31-3D93-FD27798D9C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4087" y="2010199"/>
                <a:ext cx="452047" cy="369332"/>
              </a:xfrm>
              <a:prstGeom prst="rect">
                <a:avLst/>
              </a:prstGeom>
              <a:blipFill>
                <a:blip r:embed="rId7"/>
                <a:stretch>
                  <a:fillRect l="-14667" r="-8000" b="-8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219041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ircle: Hollow 5">
            <a:extLst>
              <a:ext uri="{FF2B5EF4-FFF2-40B4-BE49-F238E27FC236}">
                <a16:creationId xmlns:a16="http://schemas.microsoft.com/office/drawing/2014/main" id="{EEFDF4C7-AC45-A3D0-1DC4-D2DC1BDE77DC}"/>
              </a:ext>
            </a:extLst>
          </p:cNvPr>
          <p:cNvSpPr/>
          <p:nvPr/>
        </p:nvSpPr>
        <p:spPr>
          <a:xfrm>
            <a:off x="4316628" y="1649628"/>
            <a:ext cx="3558744" cy="3558744"/>
          </a:xfrm>
          <a:prstGeom prst="donut">
            <a:avLst>
              <a:gd name="adj" fmla="val 7603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9B33153-66C4-3761-64D5-5D8E17111A63}"/>
              </a:ext>
            </a:extLst>
          </p:cNvPr>
          <p:cNvCxnSpPr>
            <a:cxnSpLocks/>
          </p:cNvCxnSpPr>
          <p:nvPr/>
        </p:nvCxnSpPr>
        <p:spPr>
          <a:xfrm flipV="1">
            <a:off x="6096000" y="886597"/>
            <a:ext cx="0" cy="5084806"/>
          </a:xfrm>
          <a:prstGeom prst="line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EF5EC7F-5090-BC6F-8473-51EAB692F782}"/>
              </a:ext>
            </a:extLst>
          </p:cNvPr>
          <p:cNvCxnSpPr>
            <a:cxnSpLocks/>
          </p:cNvCxnSpPr>
          <p:nvPr/>
        </p:nvCxnSpPr>
        <p:spPr>
          <a:xfrm rot="5400000" flipV="1">
            <a:off x="6096000" y="886597"/>
            <a:ext cx="0" cy="5084806"/>
          </a:xfrm>
          <a:prstGeom prst="line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149DC70-BC43-74F9-A4B7-270E30DA5442}"/>
              </a:ext>
            </a:extLst>
          </p:cNvPr>
          <p:cNvCxnSpPr>
            <a:cxnSpLocks/>
          </p:cNvCxnSpPr>
          <p:nvPr/>
        </p:nvCxnSpPr>
        <p:spPr>
          <a:xfrm flipV="1">
            <a:off x="6096000" y="2217420"/>
            <a:ext cx="891540" cy="1211580"/>
          </a:xfrm>
          <a:prstGeom prst="straightConnector1">
            <a:avLst/>
          </a:prstGeom>
          <a:ln w="31750" cap="rnd">
            <a:solidFill>
              <a:schemeClr val="tx1"/>
            </a:solidFill>
            <a:round/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82C3AC5-C371-095E-F336-E42C7FC671B4}"/>
              </a:ext>
            </a:extLst>
          </p:cNvPr>
          <p:cNvCxnSpPr>
            <a:cxnSpLocks/>
          </p:cNvCxnSpPr>
          <p:nvPr/>
        </p:nvCxnSpPr>
        <p:spPr>
          <a:xfrm flipV="1">
            <a:off x="6096000" y="2397125"/>
            <a:ext cx="1447800" cy="1031875"/>
          </a:xfrm>
          <a:prstGeom prst="straightConnector1">
            <a:avLst/>
          </a:prstGeom>
          <a:ln w="31750" cap="rnd">
            <a:solidFill>
              <a:schemeClr val="tx1"/>
            </a:solidFill>
            <a:round/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28AD938-F315-BAF2-76C9-79D05A1B73D6}"/>
                  </a:ext>
                </a:extLst>
              </p:cNvPr>
              <p:cNvSpPr txBox="1"/>
              <p:nvPr/>
            </p:nvSpPr>
            <p:spPr>
              <a:xfrm>
                <a:off x="6413280" y="2359065"/>
                <a:ext cx="25327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</m:acc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28AD938-F315-BAF2-76C9-79D05A1B73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3280" y="2359065"/>
                <a:ext cx="253274" cy="369332"/>
              </a:xfrm>
              <a:prstGeom prst="rect">
                <a:avLst/>
              </a:prstGeom>
              <a:blipFill>
                <a:blip r:embed="rId2"/>
                <a:stretch>
                  <a:fillRect l="-16667" r="-1904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B58FC68-9773-6D54-E682-C007B374DCC5}"/>
                  </a:ext>
                </a:extLst>
              </p:cNvPr>
              <p:cNvSpPr txBox="1"/>
              <p:nvPr/>
            </p:nvSpPr>
            <p:spPr>
              <a:xfrm>
                <a:off x="6730250" y="2960438"/>
                <a:ext cx="68448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acc>
                  </m:oMath>
                </a14:m>
                <a:r>
                  <a:rPr lang="en-IN" sz="2400" dirty="0"/>
                  <a:t>+d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acc>
                  </m:oMath>
                </a14:m>
                <a:endParaRPr lang="en-IN" sz="24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B58FC68-9773-6D54-E682-C007B374DC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0250" y="2960438"/>
                <a:ext cx="684483" cy="369332"/>
              </a:xfrm>
              <a:prstGeom prst="rect">
                <a:avLst/>
              </a:prstGeom>
              <a:blipFill>
                <a:blip r:embed="rId3"/>
                <a:stretch>
                  <a:fillRect l="-11607" t="-26667" r="-11607" b="-50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A125CAE-8F71-4B0D-DE56-35217BD93430}"/>
                  </a:ext>
                </a:extLst>
              </p:cNvPr>
              <p:cNvSpPr txBox="1"/>
              <p:nvPr/>
            </p:nvSpPr>
            <p:spPr>
              <a:xfrm>
                <a:off x="8297809" y="3429000"/>
                <a:ext cx="36946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A125CAE-8F71-4B0D-DE56-35217BD934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7809" y="3429000"/>
                <a:ext cx="369460" cy="369332"/>
              </a:xfrm>
              <a:prstGeom prst="rect">
                <a:avLst/>
              </a:prstGeom>
              <a:blipFill>
                <a:blip r:embed="rId4"/>
                <a:stretch>
                  <a:fillRect l="-11475" r="-1639" b="-10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63FBF60-F846-B9AE-65D7-EC0B089F5A76}"/>
                  </a:ext>
                </a:extLst>
              </p:cNvPr>
              <p:cNvSpPr txBox="1"/>
              <p:nvPr/>
            </p:nvSpPr>
            <p:spPr>
              <a:xfrm>
                <a:off x="5662040" y="735183"/>
                <a:ext cx="378502" cy="39850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63FBF60-F846-B9AE-65D7-EC0B089F5A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2040" y="735183"/>
                <a:ext cx="378502" cy="398507"/>
              </a:xfrm>
              <a:prstGeom prst="rect">
                <a:avLst/>
              </a:prstGeom>
              <a:blipFill>
                <a:blip r:embed="rId5"/>
                <a:stretch>
                  <a:fillRect l="-11290" r="-6452" b="-20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04723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B7EF53B-4D42-982B-BCF8-079F794080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46" t="20140" r="8254" b="9325"/>
          <a:stretch>
            <a:fillRect/>
          </a:stretch>
        </p:blipFill>
        <p:spPr>
          <a:xfrm>
            <a:off x="2598057" y="1168402"/>
            <a:ext cx="7315200" cy="3869869"/>
          </a:xfrm>
          <a:prstGeom prst="rect">
            <a:avLst/>
          </a:prstGeom>
        </p:spPr>
      </p:pic>
      <p:sp>
        <p:nvSpPr>
          <p:cNvPr id="4" name="Freeform: Shape 3">
            <a:extLst>
              <a:ext uri="{FF2B5EF4-FFF2-40B4-BE49-F238E27FC236}">
                <a16:creationId xmlns:a16="http://schemas.microsoft.com/office/drawing/2014/main" id="{A5A85255-046C-8845-BB60-17EDA84904FF}"/>
              </a:ext>
            </a:extLst>
          </p:cNvPr>
          <p:cNvSpPr/>
          <p:nvPr/>
        </p:nvSpPr>
        <p:spPr>
          <a:xfrm>
            <a:off x="6096000" y="2499519"/>
            <a:ext cx="259557" cy="2436018"/>
          </a:xfrm>
          <a:custGeom>
            <a:avLst/>
            <a:gdLst>
              <a:gd name="csX0" fmla="*/ 1618 w 276225"/>
              <a:gd name="csY0" fmla="*/ 0 h 2433635"/>
              <a:gd name="csX1" fmla="*/ 0 w 276225"/>
              <a:gd name="csY1" fmla="*/ 2433635 h 2433635"/>
              <a:gd name="csX2" fmla="*/ 276225 w 276225"/>
              <a:gd name="csY2" fmla="*/ 2433635 h 2433635"/>
              <a:gd name="csX3" fmla="*/ 276225 w 276225"/>
              <a:gd name="csY3" fmla="*/ 414335 h 2433635"/>
              <a:gd name="csX4" fmla="*/ 1618 w 276225"/>
              <a:gd name="csY4" fmla="*/ 0 h 243363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76225" h="2433635">
                <a:moveTo>
                  <a:pt x="1618" y="0"/>
                </a:moveTo>
                <a:cubicBezTo>
                  <a:pt x="-3145" y="812006"/>
                  <a:pt x="4763" y="1621629"/>
                  <a:pt x="0" y="2433635"/>
                </a:cubicBezTo>
                <a:lnTo>
                  <a:pt x="276225" y="2433635"/>
                </a:lnTo>
                <a:lnTo>
                  <a:pt x="276225" y="414335"/>
                </a:lnTo>
                <a:lnTo>
                  <a:pt x="1618" y="0"/>
                </a:ln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A2AF016-20D3-2DD7-CA7E-6007C3136B5C}"/>
                  </a:ext>
                </a:extLst>
              </p:cNvPr>
              <p:cNvSpPr txBox="1"/>
              <p:nvPr/>
            </p:nvSpPr>
            <p:spPr>
              <a:xfrm>
                <a:off x="2453039" y="4935537"/>
                <a:ext cx="28482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𝑂</m:t>
                      </m:r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A2AF016-20D3-2DD7-CA7E-6007C3136B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3039" y="4935537"/>
                <a:ext cx="284822" cy="369332"/>
              </a:xfrm>
              <a:prstGeom prst="rect">
                <a:avLst/>
              </a:prstGeom>
              <a:blipFill>
                <a:blip r:embed="rId3"/>
                <a:stretch>
                  <a:fillRect l="-23404" r="-23404" b="-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4301FAD-6A55-91DE-A1D9-7C7EE2D1A197}"/>
              </a:ext>
            </a:extLst>
          </p:cNvPr>
          <p:cNvCxnSpPr>
            <a:cxnSpLocks/>
          </p:cNvCxnSpPr>
          <p:nvPr/>
        </p:nvCxnSpPr>
        <p:spPr>
          <a:xfrm>
            <a:off x="2686050" y="4779449"/>
            <a:ext cx="3409950" cy="0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3A18735-D52F-839F-48AE-791746F3FCD8}"/>
                  </a:ext>
                </a:extLst>
              </p:cNvPr>
              <p:cNvSpPr txBox="1"/>
              <p:nvPr/>
            </p:nvSpPr>
            <p:spPr>
              <a:xfrm>
                <a:off x="4172248" y="4566205"/>
                <a:ext cx="244682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3A18735-D52F-839F-48AE-791746F3FC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2248" y="4566205"/>
                <a:ext cx="244682" cy="369332"/>
              </a:xfrm>
              <a:prstGeom prst="rect">
                <a:avLst/>
              </a:prstGeom>
              <a:blipFill>
                <a:blip r:embed="rId4"/>
                <a:stretch>
                  <a:fillRect l="-17073" r="-121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6A99968-D0B6-D8B9-16CF-E4E770A9F8D0}"/>
              </a:ext>
            </a:extLst>
          </p:cNvPr>
          <p:cNvCxnSpPr/>
          <p:nvPr/>
        </p:nvCxnSpPr>
        <p:spPr>
          <a:xfrm>
            <a:off x="5676900" y="5120203"/>
            <a:ext cx="41910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3F5C09C-64BB-3CF4-C7FE-862ACA8F55DD}"/>
              </a:ext>
            </a:extLst>
          </p:cNvPr>
          <p:cNvCxnSpPr>
            <a:cxnSpLocks/>
          </p:cNvCxnSpPr>
          <p:nvPr/>
        </p:nvCxnSpPr>
        <p:spPr>
          <a:xfrm flipH="1">
            <a:off x="6348425" y="5120203"/>
            <a:ext cx="41910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B25B025-2924-3CA3-0FEC-2BE253D6B026}"/>
                  </a:ext>
                </a:extLst>
              </p:cNvPr>
              <p:cNvSpPr txBox="1"/>
              <p:nvPr/>
            </p:nvSpPr>
            <p:spPr>
              <a:xfrm>
                <a:off x="6053724" y="5115609"/>
                <a:ext cx="33765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2400" b="0" dirty="0"/>
                  <a:t>d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endParaRPr lang="en-IN" sz="24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B25B025-2924-3CA3-0FEC-2BE253D6B0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3724" y="5115609"/>
                <a:ext cx="337657" cy="369332"/>
              </a:xfrm>
              <a:prstGeom prst="rect">
                <a:avLst/>
              </a:prstGeom>
              <a:blipFill>
                <a:blip r:embed="rId5"/>
                <a:stretch>
                  <a:fillRect l="-54545" t="-24590" r="-20000" b="-4918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1A2CBCB-5241-A7A3-8B81-81950129526B}"/>
                  </a:ext>
                </a:extLst>
              </p:cNvPr>
              <p:cNvSpPr txBox="1"/>
              <p:nvPr/>
            </p:nvSpPr>
            <p:spPr>
              <a:xfrm>
                <a:off x="2150970" y="1181100"/>
                <a:ext cx="450830" cy="5241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𝑑𝑣</m:t>
                          </m:r>
                        </m:den>
                      </m:f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1A2CBCB-5241-A7A3-8B81-8195012952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0970" y="1181100"/>
                <a:ext cx="450830" cy="52411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418539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9063619A-160E-8817-590B-ED216CF5DA63}"/>
              </a:ext>
            </a:extLst>
          </p:cNvPr>
          <p:cNvSpPr/>
          <p:nvPr/>
        </p:nvSpPr>
        <p:spPr>
          <a:xfrm>
            <a:off x="2868440" y="1692876"/>
            <a:ext cx="211288" cy="211288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</a:schemeClr>
              </a:gs>
              <a:gs pos="39000">
                <a:srgbClr val="638ACF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1FBAF93-F701-8FE2-2CED-5EE1462FB2A5}"/>
              </a:ext>
            </a:extLst>
          </p:cNvPr>
          <p:cNvSpPr/>
          <p:nvPr/>
        </p:nvSpPr>
        <p:spPr>
          <a:xfrm>
            <a:off x="4495482" y="1378776"/>
            <a:ext cx="211288" cy="211288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</a:schemeClr>
              </a:gs>
              <a:gs pos="39000">
                <a:srgbClr val="638ACF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AF67D03-E084-5733-9950-7B183F19A6BD}"/>
              </a:ext>
            </a:extLst>
          </p:cNvPr>
          <p:cNvSpPr/>
          <p:nvPr/>
        </p:nvSpPr>
        <p:spPr>
          <a:xfrm>
            <a:off x="3497112" y="2427026"/>
            <a:ext cx="211288" cy="211288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</a:schemeClr>
              </a:gs>
              <a:gs pos="39000">
                <a:srgbClr val="638ACF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0AFAFD1-32E6-E777-2AAF-510CF2BED646}"/>
              </a:ext>
            </a:extLst>
          </p:cNvPr>
          <p:cNvSpPr/>
          <p:nvPr/>
        </p:nvSpPr>
        <p:spPr>
          <a:xfrm>
            <a:off x="4252331" y="1990193"/>
            <a:ext cx="211288" cy="211288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</a:schemeClr>
              </a:gs>
              <a:gs pos="39000">
                <a:srgbClr val="638ACF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46D434B-5108-683D-959F-43397F1E4AB1}"/>
              </a:ext>
            </a:extLst>
          </p:cNvPr>
          <p:cNvSpPr/>
          <p:nvPr/>
        </p:nvSpPr>
        <p:spPr>
          <a:xfrm>
            <a:off x="2986881" y="3154320"/>
            <a:ext cx="211288" cy="211288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</a:schemeClr>
              </a:gs>
              <a:gs pos="39000">
                <a:srgbClr val="638ACF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1472EB5-B86C-D428-A7CA-467F0CC7D5CD}"/>
              </a:ext>
            </a:extLst>
          </p:cNvPr>
          <p:cNvSpPr/>
          <p:nvPr/>
        </p:nvSpPr>
        <p:spPr>
          <a:xfrm>
            <a:off x="3973758" y="3503141"/>
            <a:ext cx="211288" cy="211288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</a:schemeClr>
              </a:gs>
              <a:gs pos="39000">
                <a:srgbClr val="638ACF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674934C-1C2D-70EF-2C5F-A1059CB56D2A}"/>
              </a:ext>
            </a:extLst>
          </p:cNvPr>
          <p:cNvSpPr/>
          <p:nvPr/>
        </p:nvSpPr>
        <p:spPr>
          <a:xfrm>
            <a:off x="3204519" y="4071552"/>
            <a:ext cx="211288" cy="211288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</a:schemeClr>
              </a:gs>
              <a:gs pos="39000">
                <a:srgbClr val="638ACF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372E0C0-5AEE-E8C9-B343-DD9E123C27BE}"/>
              </a:ext>
            </a:extLst>
          </p:cNvPr>
          <p:cNvSpPr/>
          <p:nvPr/>
        </p:nvSpPr>
        <p:spPr>
          <a:xfrm>
            <a:off x="4338894" y="4652319"/>
            <a:ext cx="211288" cy="211288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</a:schemeClr>
              </a:gs>
              <a:gs pos="39000">
                <a:srgbClr val="638ACF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DDFB920-EB58-B2F5-CA28-53268EFD7DF1}"/>
              </a:ext>
            </a:extLst>
          </p:cNvPr>
          <p:cNvSpPr/>
          <p:nvPr/>
        </p:nvSpPr>
        <p:spPr>
          <a:xfrm>
            <a:off x="4742066" y="3857883"/>
            <a:ext cx="211288" cy="211288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</a:schemeClr>
              </a:gs>
              <a:gs pos="39000">
                <a:srgbClr val="638ACF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3D56427-BE32-05AC-28F5-6EFDD2D951A5}"/>
              </a:ext>
            </a:extLst>
          </p:cNvPr>
          <p:cNvSpPr/>
          <p:nvPr/>
        </p:nvSpPr>
        <p:spPr>
          <a:xfrm>
            <a:off x="6121538" y="4716540"/>
            <a:ext cx="211288" cy="211288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</a:schemeClr>
              </a:gs>
              <a:gs pos="39000">
                <a:srgbClr val="638ACF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40BD889-08F3-6245-D33A-DD83465383BF}"/>
              </a:ext>
            </a:extLst>
          </p:cNvPr>
          <p:cNvSpPr/>
          <p:nvPr/>
        </p:nvSpPr>
        <p:spPr>
          <a:xfrm>
            <a:off x="4696050" y="2423929"/>
            <a:ext cx="211288" cy="211288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</a:schemeClr>
              </a:gs>
              <a:gs pos="39000">
                <a:srgbClr val="638ACF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95333B16-41DA-9C3F-664C-BB71EE8C1475}"/>
              </a:ext>
            </a:extLst>
          </p:cNvPr>
          <p:cNvSpPr/>
          <p:nvPr/>
        </p:nvSpPr>
        <p:spPr>
          <a:xfrm>
            <a:off x="5120574" y="1731766"/>
            <a:ext cx="211288" cy="211288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</a:schemeClr>
              </a:gs>
              <a:gs pos="39000">
                <a:srgbClr val="638ACF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265836BF-DDD7-13D0-5F31-831C40A2EB27}"/>
              </a:ext>
            </a:extLst>
          </p:cNvPr>
          <p:cNvSpPr/>
          <p:nvPr/>
        </p:nvSpPr>
        <p:spPr>
          <a:xfrm>
            <a:off x="5947493" y="1424565"/>
            <a:ext cx="211288" cy="211288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</a:schemeClr>
              </a:gs>
              <a:gs pos="39000">
                <a:srgbClr val="638ACF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98B3FB6-2BAA-9531-28ED-6704E44AA291}"/>
              </a:ext>
            </a:extLst>
          </p:cNvPr>
          <p:cNvSpPr/>
          <p:nvPr/>
        </p:nvSpPr>
        <p:spPr>
          <a:xfrm>
            <a:off x="5691283" y="2631937"/>
            <a:ext cx="211288" cy="211288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</a:schemeClr>
              </a:gs>
              <a:gs pos="39000">
                <a:srgbClr val="638ACF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CF3913D-B18A-D399-B3E3-CBD2217CEB78}"/>
              </a:ext>
            </a:extLst>
          </p:cNvPr>
          <p:cNvSpPr/>
          <p:nvPr/>
        </p:nvSpPr>
        <p:spPr>
          <a:xfrm>
            <a:off x="5891502" y="3397497"/>
            <a:ext cx="211288" cy="211288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</a:schemeClr>
              </a:gs>
              <a:gs pos="39000">
                <a:srgbClr val="638ACF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DFF6C563-EAA2-5910-1FE2-885D36E3E4F1}"/>
              </a:ext>
            </a:extLst>
          </p:cNvPr>
          <p:cNvSpPr/>
          <p:nvPr/>
        </p:nvSpPr>
        <p:spPr>
          <a:xfrm>
            <a:off x="6785663" y="1778373"/>
            <a:ext cx="211288" cy="211288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</a:schemeClr>
              </a:gs>
              <a:gs pos="39000">
                <a:srgbClr val="638ACF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03A453C-C39A-5260-A541-3ADD67DC02EF}"/>
              </a:ext>
            </a:extLst>
          </p:cNvPr>
          <p:cNvSpPr/>
          <p:nvPr/>
        </p:nvSpPr>
        <p:spPr>
          <a:xfrm>
            <a:off x="7208108" y="3039151"/>
            <a:ext cx="211288" cy="211288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</a:schemeClr>
              </a:gs>
              <a:gs pos="39000">
                <a:srgbClr val="638ACF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6BEA62BA-B8BD-1082-C759-86EDD62BD144}"/>
              </a:ext>
            </a:extLst>
          </p:cNvPr>
          <p:cNvSpPr/>
          <p:nvPr/>
        </p:nvSpPr>
        <p:spPr>
          <a:xfrm>
            <a:off x="5659170" y="4177196"/>
            <a:ext cx="211288" cy="211288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</a:schemeClr>
              </a:gs>
              <a:gs pos="39000">
                <a:srgbClr val="638ACF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D26AF821-92DB-4F09-2C21-46C4E1304672}"/>
              </a:ext>
            </a:extLst>
          </p:cNvPr>
          <p:cNvSpPr/>
          <p:nvPr/>
        </p:nvSpPr>
        <p:spPr>
          <a:xfrm>
            <a:off x="6748404" y="3886962"/>
            <a:ext cx="211288" cy="211288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</a:schemeClr>
              </a:gs>
              <a:gs pos="39000">
                <a:srgbClr val="638ACF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69E6C731-E624-A143-D8EA-46B6C400DB98}"/>
              </a:ext>
            </a:extLst>
          </p:cNvPr>
          <p:cNvSpPr/>
          <p:nvPr/>
        </p:nvSpPr>
        <p:spPr>
          <a:xfrm>
            <a:off x="6847698" y="2774423"/>
            <a:ext cx="211288" cy="211288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</a:schemeClr>
              </a:gs>
              <a:gs pos="39000">
                <a:srgbClr val="638ACF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4A8FE8F-80E4-9304-9260-90889AE23D25}"/>
              </a:ext>
            </a:extLst>
          </p:cNvPr>
          <p:cNvSpPr/>
          <p:nvPr/>
        </p:nvSpPr>
        <p:spPr>
          <a:xfrm>
            <a:off x="7613372" y="1533623"/>
            <a:ext cx="211288" cy="211288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</a:schemeClr>
              </a:gs>
              <a:gs pos="39000">
                <a:srgbClr val="638ACF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C0443CD1-6497-E5B7-AF99-66FF600D63B2}"/>
              </a:ext>
            </a:extLst>
          </p:cNvPr>
          <p:cNvSpPr/>
          <p:nvPr/>
        </p:nvSpPr>
        <p:spPr>
          <a:xfrm>
            <a:off x="7923339" y="2356717"/>
            <a:ext cx="211288" cy="211288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</a:schemeClr>
              </a:gs>
              <a:gs pos="39000">
                <a:srgbClr val="638ACF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40CDC632-7A0D-64C6-3320-57D5BBC61178}"/>
              </a:ext>
            </a:extLst>
          </p:cNvPr>
          <p:cNvSpPr/>
          <p:nvPr/>
        </p:nvSpPr>
        <p:spPr>
          <a:xfrm>
            <a:off x="8028983" y="3502761"/>
            <a:ext cx="211288" cy="211288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</a:schemeClr>
              </a:gs>
              <a:gs pos="39000">
                <a:srgbClr val="638ACF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603CA952-97C6-7C6A-7834-1FCA2DC6C16A}"/>
              </a:ext>
            </a:extLst>
          </p:cNvPr>
          <p:cNvSpPr/>
          <p:nvPr/>
        </p:nvSpPr>
        <p:spPr>
          <a:xfrm>
            <a:off x="7548282" y="4357156"/>
            <a:ext cx="211288" cy="211288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</a:schemeClr>
              </a:gs>
              <a:gs pos="39000">
                <a:srgbClr val="638ACF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4EF665F2-758F-F7C6-4ED7-F71310187D3C}"/>
              </a:ext>
            </a:extLst>
          </p:cNvPr>
          <p:cNvSpPr/>
          <p:nvPr/>
        </p:nvSpPr>
        <p:spPr>
          <a:xfrm>
            <a:off x="8991332" y="3152080"/>
            <a:ext cx="211288" cy="211288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</a:schemeClr>
              </a:gs>
              <a:gs pos="39000">
                <a:srgbClr val="638ACF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172AB187-A57E-CF10-56FD-025001273BF8}"/>
              </a:ext>
            </a:extLst>
          </p:cNvPr>
          <p:cNvSpPr/>
          <p:nvPr/>
        </p:nvSpPr>
        <p:spPr>
          <a:xfrm>
            <a:off x="8784207" y="1904164"/>
            <a:ext cx="211288" cy="211288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</a:schemeClr>
              </a:gs>
              <a:gs pos="39000">
                <a:srgbClr val="638ACF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AAECE0D-5899-077A-8A95-B30581DC3E48}"/>
              </a:ext>
            </a:extLst>
          </p:cNvPr>
          <p:cNvCxnSpPr>
            <a:cxnSpLocks/>
          </p:cNvCxnSpPr>
          <p:nvPr/>
        </p:nvCxnSpPr>
        <p:spPr>
          <a:xfrm flipH="1" flipV="1">
            <a:off x="3183102" y="3302916"/>
            <a:ext cx="534394" cy="1413624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B88C4661-161E-5478-7F31-79995B0E2E3E}"/>
              </a:ext>
            </a:extLst>
          </p:cNvPr>
          <p:cNvCxnSpPr>
            <a:cxnSpLocks/>
          </p:cNvCxnSpPr>
          <p:nvPr/>
        </p:nvCxnSpPr>
        <p:spPr>
          <a:xfrm flipV="1">
            <a:off x="3187700" y="2198829"/>
            <a:ext cx="1165513" cy="1112696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487F2B95-81B2-3B0C-D14B-1D74338C1E1E}"/>
              </a:ext>
            </a:extLst>
          </p:cNvPr>
          <p:cNvCxnSpPr>
            <a:cxnSpLocks/>
          </p:cNvCxnSpPr>
          <p:nvPr/>
        </p:nvCxnSpPr>
        <p:spPr>
          <a:xfrm>
            <a:off x="4348451" y="2201210"/>
            <a:ext cx="353262" cy="368159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3727D8A2-A119-008A-280A-8BE75CBCC53B}"/>
              </a:ext>
            </a:extLst>
          </p:cNvPr>
          <p:cNvCxnSpPr>
            <a:cxnSpLocks/>
          </p:cNvCxnSpPr>
          <p:nvPr/>
        </p:nvCxnSpPr>
        <p:spPr>
          <a:xfrm>
            <a:off x="4696500" y="2564607"/>
            <a:ext cx="149021" cy="1293276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594487A1-724C-DE4B-E34C-98670ABF4D10}"/>
              </a:ext>
            </a:extLst>
          </p:cNvPr>
          <p:cNvCxnSpPr>
            <a:cxnSpLocks/>
          </p:cNvCxnSpPr>
          <p:nvPr/>
        </p:nvCxnSpPr>
        <p:spPr>
          <a:xfrm flipV="1">
            <a:off x="4845521" y="1933575"/>
            <a:ext cx="413469" cy="1924308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EAF1C399-7B1B-E669-E219-D19D64ADD8B4}"/>
              </a:ext>
            </a:extLst>
          </p:cNvPr>
          <p:cNvCxnSpPr>
            <a:cxnSpLocks/>
          </p:cNvCxnSpPr>
          <p:nvPr/>
        </p:nvCxnSpPr>
        <p:spPr>
          <a:xfrm>
            <a:off x="5256609" y="1938337"/>
            <a:ext cx="2672055" cy="509911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C260C5BE-376F-D58A-72A3-FAFABAD5584D}"/>
              </a:ext>
            </a:extLst>
          </p:cNvPr>
          <p:cNvCxnSpPr>
            <a:cxnSpLocks/>
          </p:cNvCxnSpPr>
          <p:nvPr/>
        </p:nvCxnSpPr>
        <p:spPr>
          <a:xfrm flipH="1">
            <a:off x="5896264" y="2445316"/>
            <a:ext cx="2026400" cy="306929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EC4EBE37-3208-2769-E553-99D751DE3AB3}"/>
              </a:ext>
            </a:extLst>
          </p:cNvPr>
          <p:cNvCxnSpPr>
            <a:cxnSpLocks/>
          </p:cNvCxnSpPr>
          <p:nvPr/>
        </p:nvCxnSpPr>
        <p:spPr>
          <a:xfrm>
            <a:off x="5904116" y="2752245"/>
            <a:ext cx="890523" cy="1154937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ED81602B-DBC5-87D7-A28D-8DB17C3AB407}"/>
              </a:ext>
            </a:extLst>
          </p:cNvPr>
          <p:cNvCxnSpPr>
            <a:cxnSpLocks/>
          </p:cNvCxnSpPr>
          <p:nvPr/>
        </p:nvCxnSpPr>
        <p:spPr>
          <a:xfrm flipH="1" flipV="1">
            <a:off x="6121538" y="1598738"/>
            <a:ext cx="669840" cy="2305269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4B3B3AC3-7746-A059-D18F-71E7659A69F2}"/>
              </a:ext>
            </a:extLst>
          </p:cNvPr>
          <p:cNvCxnSpPr>
            <a:cxnSpLocks/>
          </p:cNvCxnSpPr>
          <p:nvPr/>
        </p:nvCxnSpPr>
        <p:spPr>
          <a:xfrm>
            <a:off x="6124232" y="1604692"/>
            <a:ext cx="1529694" cy="106078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3E1AA45C-FCDD-D2DD-8065-D02573256054}"/>
              </a:ext>
            </a:extLst>
          </p:cNvPr>
          <p:cNvCxnSpPr>
            <a:cxnSpLocks/>
          </p:cNvCxnSpPr>
          <p:nvPr/>
        </p:nvCxnSpPr>
        <p:spPr>
          <a:xfrm>
            <a:off x="7644540" y="1713151"/>
            <a:ext cx="1348574" cy="1548454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40FEA67F-35FA-0172-8E4E-4DF7ED308865}"/>
              </a:ext>
            </a:extLst>
          </p:cNvPr>
          <p:cNvSpPr txBox="1"/>
          <p:nvPr/>
        </p:nvSpPr>
        <p:spPr>
          <a:xfrm>
            <a:off x="3217564" y="3208843"/>
            <a:ext cx="2068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1</a:t>
            </a:r>
            <a:endParaRPr lang="en-IN" sz="1200" b="1" dirty="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CCD1E488-D95A-699B-0618-B2EC195B93FB}"/>
              </a:ext>
            </a:extLst>
          </p:cNvPr>
          <p:cNvSpPr txBox="1"/>
          <p:nvPr/>
        </p:nvSpPr>
        <p:spPr>
          <a:xfrm>
            <a:off x="4065418" y="2037996"/>
            <a:ext cx="2068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2</a:t>
            </a:r>
            <a:endParaRPr lang="en-IN" sz="1200" b="1" dirty="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8774DD07-2F53-2310-1C20-D4A346EAD71A}"/>
              </a:ext>
            </a:extLst>
          </p:cNvPr>
          <p:cNvSpPr txBox="1"/>
          <p:nvPr/>
        </p:nvSpPr>
        <p:spPr>
          <a:xfrm>
            <a:off x="4655084" y="2190273"/>
            <a:ext cx="2068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3</a:t>
            </a:r>
            <a:endParaRPr lang="en-IN" sz="1200" b="1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7414823B-0CDA-A24E-65AF-C260022A4FC1}"/>
              </a:ext>
            </a:extLst>
          </p:cNvPr>
          <p:cNvSpPr txBox="1"/>
          <p:nvPr/>
        </p:nvSpPr>
        <p:spPr>
          <a:xfrm>
            <a:off x="4617342" y="3659885"/>
            <a:ext cx="2068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4</a:t>
            </a:r>
            <a:endParaRPr lang="en-IN" sz="1200" b="1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DB5424C-08BB-E003-4A87-F86CDB8FDBC6}"/>
              </a:ext>
            </a:extLst>
          </p:cNvPr>
          <p:cNvSpPr txBox="1"/>
          <p:nvPr/>
        </p:nvSpPr>
        <p:spPr>
          <a:xfrm>
            <a:off x="5016202" y="1876561"/>
            <a:ext cx="2068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5</a:t>
            </a:r>
            <a:endParaRPr lang="en-IN" sz="1200" b="1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EBBF435A-433D-9FAD-B25E-C689B82B2127}"/>
              </a:ext>
            </a:extLst>
          </p:cNvPr>
          <p:cNvSpPr txBox="1"/>
          <p:nvPr/>
        </p:nvSpPr>
        <p:spPr>
          <a:xfrm>
            <a:off x="7784867" y="2440595"/>
            <a:ext cx="2068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6</a:t>
            </a:r>
            <a:endParaRPr lang="en-IN" sz="1200" b="1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D5BFDB68-AEE9-7918-76B0-68AED3073CB1}"/>
              </a:ext>
            </a:extLst>
          </p:cNvPr>
          <p:cNvSpPr txBox="1"/>
          <p:nvPr/>
        </p:nvSpPr>
        <p:spPr>
          <a:xfrm>
            <a:off x="5856363" y="2448248"/>
            <a:ext cx="2068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7</a:t>
            </a:r>
            <a:endParaRPr lang="en-IN" sz="1200" b="1" dirty="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C35B1AE8-AE0E-DB8F-4CF7-E3E2EF20B953}"/>
              </a:ext>
            </a:extLst>
          </p:cNvPr>
          <p:cNvSpPr txBox="1"/>
          <p:nvPr/>
        </p:nvSpPr>
        <p:spPr>
          <a:xfrm>
            <a:off x="6562530" y="3807325"/>
            <a:ext cx="2068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8</a:t>
            </a:r>
            <a:endParaRPr lang="en-IN" sz="1200" b="1" dirty="0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29CF831D-D0A7-D75E-5007-777411798891}"/>
              </a:ext>
            </a:extLst>
          </p:cNvPr>
          <p:cNvSpPr txBox="1"/>
          <p:nvPr/>
        </p:nvSpPr>
        <p:spPr>
          <a:xfrm>
            <a:off x="5926231" y="1607018"/>
            <a:ext cx="2068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9</a:t>
            </a:r>
            <a:endParaRPr lang="en-IN" sz="1200" b="1" dirty="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D1F36E56-3F8F-0FD2-2E2C-275E03F4C3C2}"/>
              </a:ext>
            </a:extLst>
          </p:cNvPr>
          <p:cNvSpPr txBox="1"/>
          <p:nvPr/>
        </p:nvSpPr>
        <p:spPr>
          <a:xfrm>
            <a:off x="7289453" y="1416220"/>
            <a:ext cx="3950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10</a:t>
            </a:r>
            <a:endParaRPr lang="en-IN" sz="12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E7B31CAD-2362-B9E8-D289-062EF5F780C2}"/>
                  </a:ext>
                </a:extLst>
              </p:cNvPr>
              <p:cNvSpPr txBox="1"/>
              <p:nvPr/>
            </p:nvSpPr>
            <p:spPr>
              <a:xfrm>
                <a:off x="3768675" y="2727340"/>
                <a:ext cx="211661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sz="1400" dirty="0"/>
              </a:p>
            </p:txBody>
          </p:sp>
        </mc:Choice>
        <mc:Fallback xmlns="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E7B31CAD-2362-B9E8-D289-062EF5F780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8675" y="2727340"/>
                <a:ext cx="211661" cy="215444"/>
              </a:xfrm>
              <a:prstGeom prst="rect">
                <a:avLst/>
              </a:prstGeom>
              <a:blipFill>
                <a:blip r:embed="rId2"/>
                <a:stretch>
                  <a:fillRect l="-20000" r="-2857" b="-1111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F9A19F15-A1B2-1AD5-C934-F029AA6C193B}"/>
                  </a:ext>
                </a:extLst>
              </p:cNvPr>
              <p:cNvSpPr txBox="1"/>
              <p:nvPr/>
            </p:nvSpPr>
            <p:spPr>
              <a:xfrm>
                <a:off x="4328219" y="2333362"/>
                <a:ext cx="215828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sz="1400" dirty="0"/>
              </a:p>
            </p:txBody>
          </p:sp>
        </mc:Choice>
        <mc:Fallback xmlns="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F9A19F15-A1B2-1AD5-C934-F029AA6C19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8219" y="2333362"/>
                <a:ext cx="215828" cy="215444"/>
              </a:xfrm>
              <a:prstGeom prst="rect">
                <a:avLst/>
              </a:prstGeom>
              <a:blipFill>
                <a:blip r:embed="rId3"/>
                <a:stretch>
                  <a:fillRect l="-20000" r="-5714" b="-1428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CE9289BB-676D-6737-6A7C-37E3C06D6A26}"/>
                  </a:ext>
                </a:extLst>
              </p:cNvPr>
              <p:cNvSpPr txBox="1"/>
              <p:nvPr/>
            </p:nvSpPr>
            <p:spPr>
              <a:xfrm>
                <a:off x="4539357" y="3031106"/>
                <a:ext cx="215828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sz="1400" dirty="0"/>
              </a:p>
            </p:txBody>
          </p:sp>
        </mc:Choice>
        <mc:Fallback xmlns="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CE9289BB-676D-6737-6A7C-37E3C06D6A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9357" y="3031106"/>
                <a:ext cx="215828" cy="215444"/>
              </a:xfrm>
              <a:prstGeom prst="rect">
                <a:avLst/>
              </a:prstGeom>
              <a:blipFill>
                <a:blip r:embed="rId4"/>
                <a:stretch>
                  <a:fillRect l="-22857" r="-5714" b="-1111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B4873CF2-E34C-6844-F777-0379EC04D08D}"/>
                  </a:ext>
                </a:extLst>
              </p:cNvPr>
              <p:cNvSpPr txBox="1"/>
              <p:nvPr/>
            </p:nvSpPr>
            <p:spPr>
              <a:xfrm>
                <a:off x="5077678" y="2752355"/>
                <a:ext cx="215828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IN" sz="1400" dirty="0"/>
              </a:p>
            </p:txBody>
          </p:sp>
        </mc:Choice>
        <mc:Fallback xmlns="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B4873CF2-E34C-6844-F777-0379EC04D0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7678" y="2752355"/>
                <a:ext cx="215828" cy="215444"/>
              </a:xfrm>
              <a:prstGeom prst="rect">
                <a:avLst/>
              </a:prstGeom>
              <a:blipFill>
                <a:blip r:embed="rId5"/>
                <a:stretch>
                  <a:fillRect l="-22857" r="-5714" b="-1428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8A1B806B-270B-44E3-943D-F64A780CD7EA}"/>
                  </a:ext>
                </a:extLst>
              </p:cNvPr>
              <p:cNvSpPr txBox="1"/>
              <p:nvPr/>
            </p:nvSpPr>
            <p:spPr>
              <a:xfrm>
                <a:off x="5992893" y="2110027"/>
                <a:ext cx="215828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IN" sz="1400" dirty="0"/>
              </a:p>
            </p:txBody>
          </p:sp>
        </mc:Choice>
        <mc:Fallback xmlns="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8A1B806B-270B-44E3-943D-F64A780CD7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2893" y="2110027"/>
                <a:ext cx="215828" cy="215444"/>
              </a:xfrm>
              <a:prstGeom prst="rect">
                <a:avLst/>
              </a:prstGeom>
              <a:blipFill>
                <a:blip r:embed="rId6"/>
                <a:stretch>
                  <a:fillRect l="-20000" r="-8571" b="-1714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79366CD4-C8F8-504B-05E6-3E4F1E9B4C49}"/>
                  </a:ext>
                </a:extLst>
              </p:cNvPr>
              <p:cNvSpPr txBox="1"/>
              <p:nvPr/>
            </p:nvSpPr>
            <p:spPr>
              <a:xfrm>
                <a:off x="6716673" y="2369974"/>
                <a:ext cx="215828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IN" sz="1400" dirty="0"/>
              </a:p>
            </p:txBody>
          </p:sp>
        </mc:Choice>
        <mc:Fallback xmlns="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79366CD4-C8F8-504B-05E6-3E4F1E9B4C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6673" y="2369974"/>
                <a:ext cx="215828" cy="215444"/>
              </a:xfrm>
              <a:prstGeom prst="rect">
                <a:avLst/>
              </a:prstGeom>
              <a:blipFill>
                <a:blip r:embed="rId7"/>
                <a:stretch>
                  <a:fillRect l="-22857" r="-5714" b="-1428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D4DF85F2-E8AA-472B-2A10-C4834A423FE1}"/>
                  </a:ext>
                </a:extLst>
              </p:cNvPr>
              <p:cNvSpPr txBox="1"/>
              <p:nvPr/>
            </p:nvSpPr>
            <p:spPr>
              <a:xfrm>
                <a:off x="6076142" y="3195194"/>
                <a:ext cx="215828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IN" sz="1400" dirty="0"/>
              </a:p>
            </p:txBody>
          </p:sp>
        </mc:Choice>
        <mc:Fallback xmlns="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D4DF85F2-E8AA-472B-2A10-C4834A423F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6142" y="3195194"/>
                <a:ext cx="215828" cy="215444"/>
              </a:xfrm>
              <a:prstGeom prst="rect">
                <a:avLst/>
              </a:prstGeom>
              <a:blipFill>
                <a:blip r:embed="rId8"/>
                <a:stretch>
                  <a:fillRect l="-22857" r="-5714" b="-1428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E786D889-94C4-9E24-F899-875780FCBF75}"/>
                  </a:ext>
                </a:extLst>
              </p:cNvPr>
              <p:cNvSpPr txBox="1"/>
              <p:nvPr/>
            </p:nvSpPr>
            <p:spPr>
              <a:xfrm>
                <a:off x="6559307" y="2883303"/>
                <a:ext cx="215828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 lang="en-IN" sz="1400" dirty="0"/>
              </a:p>
            </p:txBody>
          </p:sp>
        </mc:Choice>
        <mc:Fallback xmlns="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E786D889-94C4-9E24-F899-875780FCBF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9307" y="2883303"/>
                <a:ext cx="215828" cy="215444"/>
              </a:xfrm>
              <a:prstGeom prst="rect">
                <a:avLst/>
              </a:prstGeom>
              <a:blipFill>
                <a:blip r:embed="rId9"/>
                <a:stretch>
                  <a:fillRect l="-20000" r="-5714" b="-1428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3D06AECD-C932-39D9-B3A3-E5E22E31C1E9}"/>
                  </a:ext>
                </a:extLst>
              </p:cNvPr>
              <p:cNvSpPr txBox="1"/>
              <p:nvPr/>
            </p:nvSpPr>
            <p:spPr>
              <a:xfrm>
                <a:off x="6731002" y="1422487"/>
                <a:ext cx="215828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</m:oMath>
                  </m:oMathPara>
                </a14:m>
                <a:endParaRPr lang="en-IN" sz="1400" dirty="0"/>
              </a:p>
            </p:txBody>
          </p:sp>
        </mc:Choice>
        <mc:Fallback xmlns="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3D06AECD-C932-39D9-B3A3-E5E22E31C1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1002" y="1422487"/>
                <a:ext cx="215828" cy="215444"/>
              </a:xfrm>
              <a:prstGeom prst="rect">
                <a:avLst/>
              </a:prstGeom>
              <a:blipFill>
                <a:blip r:embed="rId10"/>
                <a:stretch>
                  <a:fillRect l="-16667" r="-5556" b="-1111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64FC5167-E50A-BDAF-A442-4B672C396C22}"/>
              </a:ext>
            </a:extLst>
          </p:cNvPr>
          <p:cNvCxnSpPr>
            <a:cxnSpLocks/>
          </p:cNvCxnSpPr>
          <p:nvPr/>
        </p:nvCxnSpPr>
        <p:spPr>
          <a:xfrm flipH="1">
            <a:off x="8656320" y="3256802"/>
            <a:ext cx="330496" cy="942350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9466BBB8-8A3D-55EE-987B-E6121F3A7A8A}"/>
                  </a:ext>
                </a:extLst>
              </p:cNvPr>
              <p:cNvSpPr txBox="1"/>
              <p:nvPr/>
            </p:nvSpPr>
            <p:spPr>
              <a:xfrm>
                <a:off x="8362021" y="2277567"/>
                <a:ext cx="287002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</m:oMath>
                  </m:oMathPara>
                </a14:m>
                <a:endParaRPr lang="en-IN" sz="1400" dirty="0"/>
              </a:p>
            </p:txBody>
          </p:sp>
        </mc:Choice>
        <mc:Fallback xmlns=""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9466BBB8-8A3D-55EE-987B-E6121F3A7A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2021" y="2277567"/>
                <a:ext cx="287002" cy="215444"/>
              </a:xfrm>
              <a:prstGeom prst="rect">
                <a:avLst/>
              </a:prstGeom>
              <a:blipFill>
                <a:blip r:embed="rId11"/>
                <a:stretch>
                  <a:fillRect l="-17021" r="-2128" b="-1428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6" name="TextBox 115">
            <a:extLst>
              <a:ext uri="{FF2B5EF4-FFF2-40B4-BE49-F238E27FC236}">
                <a16:creationId xmlns:a16="http://schemas.microsoft.com/office/drawing/2014/main" id="{277FF5D1-1F13-DAF1-CE4F-4424B036D36A}"/>
              </a:ext>
            </a:extLst>
          </p:cNvPr>
          <p:cNvSpPr txBox="1"/>
          <p:nvPr/>
        </p:nvSpPr>
        <p:spPr>
          <a:xfrm>
            <a:off x="8595911" y="3146448"/>
            <a:ext cx="3950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11</a:t>
            </a:r>
            <a:endParaRPr lang="en-IN" sz="1200" b="1" dirty="0"/>
          </a:p>
        </p:txBody>
      </p:sp>
    </p:spTree>
    <p:extLst>
      <p:ext uri="{BB962C8B-B14F-4D97-AF65-F5344CB8AC3E}">
        <p14:creationId xmlns:p14="http://schemas.microsoft.com/office/powerpoint/2010/main" val="35440048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val 12"/>
          <p:cNvSpPr>
            <a:spLocks noChangeAspect="1"/>
          </p:cNvSpPr>
          <p:nvPr/>
        </p:nvSpPr>
        <p:spPr>
          <a:xfrm>
            <a:off x="9770455" y="1803255"/>
            <a:ext cx="1440000" cy="1440000"/>
          </a:xfrm>
          <a:prstGeom prst="ellipse">
            <a:avLst/>
          </a:prstGeom>
          <a:gradFill flip="none" rotWithShape="1">
            <a:gsLst>
              <a:gs pos="0">
                <a:srgbClr val="C00000"/>
              </a:gs>
              <a:gs pos="50000">
                <a:schemeClr val="accent2">
                  <a:lumMod val="40000"/>
                  <a:lumOff val="60000"/>
                </a:schemeClr>
              </a:gs>
              <a:gs pos="100000">
                <a:schemeClr val="accent2">
                  <a:lumMod val="20000"/>
                  <a:lumOff val="80000"/>
                </a:schemeClr>
              </a:gs>
            </a:gsLst>
            <a:lin ang="18900000" scaled="1"/>
            <a:tileRect/>
          </a:gra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>
            <a:spLocks noChangeAspect="1"/>
          </p:cNvSpPr>
          <p:nvPr/>
        </p:nvSpPr>
        <p:spPr>
          <a:xfrm>
            <a:off x="7482611" y="4404215"/>
            <a:ext cx="1440000" cy="1440000"/>
          </a:xfrm>
          <a:prstGeom prst="ellipse">
            <a:avLst/>
          </a:prstGeom>
          <a:gradFill flip="none" rotWithShape="1">
            <a:gsLst>
              <a:gs pos="0">
                <a:schemeClr val="bg1">
                  <a:lumMod val="50000"/>
                </a:schemeClr>
              </a:gs>
              <a:gs pos="50000">
                <a:schemeClr val="bg1">
                  <a:lumMod val="75000"/>
                </a:schemeClr>
              </a:gs>
              <a:gs pos="100000">
                <a:schemeClr val="bg1">
                  <a:lumMod val="95000"/>
                </a:schemeClr>
              </a:gs>
            </a:gsLst>
            <a:lin ang="18900000" scaled="1"/>
            <a:tileRect/>
          </a:gra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>
            <a:spLocks noChangeAspect="1"/>
          </p:cNvSpPr>
          <p:nvPr/>
        </p:nvSpPr>
        <p:spPr>
          <a:xfrm>
            <a:off x="6617162" y="1142855"/>
            <a:ext cx="1440000" cy="1440000"/>
          </a:xfrm>
          <a:prstGeom prst="ellipse">
            <a:avLst/>
          </a:prstGeom>
          <a:gradFill flip="none" rotWithShape="1">
            <a:gsLst>
              <a:gs pos="0">
                <a:schemeClr val="bg1">
                  <a:lumMod val="50000"/>
                </a:schemeClr>
              </a:gs>
              <a:gs pos="50000">
                <a:schemeClr val="bg1">
                  <a:lumMod val="75000"/>
                </a:schemeClr>
              </a:gs>
              <a:gs pos="100000">
                <a:schemeClr val="bg1">
                  <a:lumMod val="95000"/>
                </a:schemeClr>
              </a:gs>
            </a:gsLst>
            <a:lin ang="18900000" scaled="1"/>
            <a:tileRect/>
          </a:gra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val 1"/>
          <p:cNvSpPr>
            <a:spLocks noChangeAspect="1"/>
          </p:cNvSpPr>
          <p:nvPr/>
        </p:nvSpPr>
        <p:spPr>
          <a:xfrm>
            <a:off x="767542" y="431655"/>
            <a:ext cx="1440000" cy="1440000"/>
          </a:xfrm>
          <a:prstGeom prst="ellipse">
            <a:avLst/>
          </a:prstGeom>
          <a:gradFill flip="none" rotWithShape="1">
            <a:gsLst>
              <a:gs pos="0">
                <a:schemeClr val="bg1">
                  <a:lumMod val="50000"/>
                </a:schemeClr>
              </a:gs>
              <a:gs pos="50000">
                <a:schemeClr val="bg1">
                  <a:lumMod val="75000"/>
                </a:schemeClr>
              </a:gs>
              <a:gs pos="100000">
                <a:schemeClr val="bg1">
                  <a:lumMod val="95000"/>
                </a:schemeClr>
              </a:gs>
            </a:gsLst>
            <a:lin ang="18900000" scaled="1"/>
            <a:tileRect/>
          </a:gra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/>
          <p:cNvSpPr>
            <a:spLocks noChangeAspect="1"/>
          </p:cNvSpPr>
          <p:nvPr/>
        </p:nvSpPr>
        <p:spPr>
          <a:xfrm>
            <a:off x="2207722" y="431655"/>
            <a:ext cx="1440000" cy="1440000"/>
          </a:xfrm>
          <a:prstGeom prst="ellipse">
            <a:avLst/>
          </a:prstGeom>
          <a:gradFill flip="none" rotWithShape="1">
            <a:gsLst>
              <a:gs pos="0">
                <a:schemeClr val="bg1">
                  <a:lumMod val="50000"/>
                </a:schemeClr>
              </a:gs>
              <a:gs pos="50000">
                <a:schemeClr val="bg1">
                  <a:lumMod val="75000"/>
                </a:schemeClr>
              </a:gs>
              <a:gs pos="100000">
                <a:schemeClr val="bg1">
                  <a:lumMod val="95000"/>
                </a:schemeClr>
              </a:gs>
            </a:gsLst>
            <a:lin ang="18900000" scaled="1"/>
            <a:tileRect/>
          </a:gra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/>
          <p:cNvSpPr>
            <a:spLocks noChangeAspect="1"/>
          </p:cNvSpPr>
          <p:nvPr/>
        </p:nvSpPr>
        <p:spPr>
          <a:xfrm>
            <a:off x="805642" y="2240135"/>
            <a:ext cx="2880000" cy="28800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/>
          <p:cNvSpPr>
            <a:spLocks noChangeAspect="1"/>
          </p:cNvSpPr>
          <p:nvPr/>
        </p:nvSpPr>
        <p:spPr>
          <a:xfrm>
            <a:off x="1525642" y="2960135"/>
            <a:ext cx="1440000" cy="1440000"/>
          </a:xfrm>
          <a:prstGeom prst="ellipse">
            <a:avLst/>
          </a:prstGeom>
          <a:gradFill flip="none" rotWithShape="1">
            <a:gsLst>
              <a:gs pos="0">
                <a:schemeClr val="bg1">
                  <a:lumMod val="50000"/>
                </a:schemeClr>
              </a:gs>
              <a:gs pos="50000">
                <a:schemeClr val="bg1">
                  <a:lumMod val="75000"/>
                </a:schemeClr>
              </a:gs>
              <a:gs pos="100000">
                <a:schemeClr val="bg1">
                  <a:lumMod val="95000"/>
                </a:schemeClr>
              </a:gs>
            </a:gsLst>
            <a:lin ang="18900000" scaled="1"/>
            <a:tileRect/>
          </a:gra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an 7"/>
          <p:cNvSpPr/>
          <p:nvPr/>
        </p:nvSpPr>
        <p:spPr>
          <a:xfrm rot="16200000">
            <a:off x="7254420" y="620688"/>
            <a:ext cx="2880000" cy="6121400"/>
          </a:xfrm>
          <a:prstGeom prst="can">
            <a:avLst>
              <a:gd name="adj" fmla="val 46615"/>
            </a:avLst>
          </a:prstGeom>
          <a:solidFill>
            <a:schemeClr val="accent1">
              <a:alpha val="43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>
            <a:spLocks noChangeAspect="1"/>
          </p:cNvSpPr>
          <p:nvPr/>
        </p:nvSpPr>
        <p:spPr>
          <a:xfrm>
            <a:off x="4294242" y="2961387"/>
            <a:ext cx="1440000" cy="1440000"/>
          </a:xfrm>
          <a:prstGeom prst="ellipse">
            <a:avLst/>
          </a:prstGeom>
          <a:gradFill flip="none" rotWithShape="1">
            <a:gsLst>
              <a:gs pos="0">
                <a:schemeClr val="bg1">
                  <a:lumMod val="50000"/>
                </a:schemeClr>
              </a:gs>
              <a:gs pos="50000">
                <a:schemeClr val="bg1">
                  <a:lumMod val="75000"/>
                </a:schemeClr>
              </a:gs>
              <a:gs pos="100000">
                <a:schemeClr val="bg1">
                  <a:lumMod val="95000"/>
                </a:schemeClr>
              </a:gs>
            </a:gsLst>
            <a:lin ang="18900000" scaled="1"/>
            <a:tileRect/>
          </a:gra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an 9"/>
          <p:cNvSpPr/>
          <p:nvPr/>
        </p:nvSpPr>
        <p:spPr>
          <a:xfrm rot="16200000">
            <a:off x="7913462" y="961046"/>
            <a:ext cx="1440000" cy="5440683"/>
          </a:xfrm>
          <a:prstGeom prst="can">
            <a:avLst>
              <a:gd name="adj" fmla="val 46615"/>
            </a:avLst>
          </a:prstGeom>
          <a:solidFill>
            <a:schemeClr val="accent1">
              <a:alpha val="50000"/>
            </a:schemeClr>
          </a:solidFill>
          <a:ln w="9525">
            <a:solidFill>
              <a:schemeClr val="bg2">
                <a:lumMod val="50000"/>
              </a:schemeClr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4005349" y="3685308"/>
            <a:ext cx="8007927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>
            <a:spLocks noChangeAspect="1"/>
          </p:cNvSpPr>
          <p:nvPr/>
        </p:nvSpPr>
        <p:spPr>
          <a:xfrm>
            <a:off x="9242144" y="5193924"/>
            <a:ext cx="1440000" cy="1440000"/>
          </a:xfrm>
          <a:prstGeom prst="ellipse">
            <a:avLst/>
          </a:prstGeom>
          <a:gradFill flip="none" rotWithShape="1">
            <a:gsLst>
              <a:gs pos="0">
                <a:schemeClr val="bg1">
                  <a:lumMod val="50000"/>
                </a:schemeClr>
              </a:gs>
              <a:gs pos="50000">
                <a:schemeClr val="bg1">
                  <a:lumMod val="75000"/>
                </a:schemeClr>
              </a:gs>
              <a:gs pos="100000">
                <a:schemeClr val="bg1">
                  <a:lumMod val="95000"/>
                </a:schemeClr>
              </a:gs>
            </a:gsLst>
            <a:lin ang="18900000" scaled="1"/>
            <a:tileRect/>
          </a:gra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/>
          <p:cNvCxnSpPr/>
          <p:nvPr/>
        </p:nvCxnSpPr>
        <p:spPr>
          <a:xfrm flipV="1">
            <a:off x="8202930" y="3688080"/>
            <a:ext cx="0" cy="143256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>
            <a:off x="5734242" y="3685197"/>
            <a:ext cx="697038" cy="0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flipV="1">
            <a:off x="7333488" y="1838960"/>
            <a:ext cx="0" cy="184683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 flipV="1">
            <a:off x="10490083" y="2529840"/>
            <a:ext cx="0" cy="115824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 flipV="1">
            <a:off x="9961079" y="3685540"/>
            <a:ext cx="0" cy="223266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 rot="16200000" flipV="1">
            <a:off x="2226772" y="437110"/>
            <a:ext cx="0" cy="143256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 flipV="1">
            <a:off x="2251710" y="2240280"/>
            <a:ext cx="0" cy="143256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>
            <a:endCxn id="5" idx="6"/>
          </p:cNvCxnSpPr>
          <p:nvPr/>
        </p:nvCxnSpPr>
        <p:spPr>
          <a:xfrm>
            <a:off x="2251710" y="3672840"/>
            <a:ext cx="713932" cy="729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7266730" y="4065847"/>
                <a:ext cx="84811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6730" y="4065847"/>
                <a:ext cx="848117" cy="307777"/>
              </a:xfrm>
              <a:prstGeom prst="rect">
                <a:avLst/>
              </a:prstGeom>
              <a:blipFill>
                <a:blip r:embed="rId2"/>
                <a:stretch>
                  <a:fillRect l="-6475" r="-6475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/>
              <p:cNvSpPr txBox="1"/>
              <p:nvPr/>
            </p:nvSpPr>
            <p:spPr>
              <a:xfrm>
                <a:off x="2321560" y="2631440"/>
                <a:ext cx="32784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1560" y="2631440"/>
                <a:ext cx="327847" cy="307777"/>
              </a:xfrm>
              <a:prstGeom prst="rect">
                <a:avLst/>
              </a:prstGeom>
              <a:blipFill>
                <a:blip r:embed="rId3"/>
                <a:stretch>
                  <a:fillRect l="-18519" r="-14815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2560320" y="833120"/>
                <a:ext cx="18517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0320" y="833120"/>
                <a:ext cx="185179" cy="307777"/>
              </a:xfrm>
              <a:prstGeom prst="rect">
                <a:avLst/>
              </a:prstGeom>
              <a:blipFill>
                <a:blip r:embed="rId4"/>
                <a:stretch>
                  <a:fillRect l="-16667" r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>
                <a:off x="1796415" y="833755"/>
                <a:ext cx="18517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6415" y="833755"/>
                <a:ext cx="185179" cy="307777"/>
              </a:xfrm>
              <a:prstGeom prst="rect">
                <a:avLst/>
              </a:prstGeom>
              <a:blipFill>
                <a:blip r:embed="rId5"/>
                <a:stretch>
                  <a:fillRect l="-20000" r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7391422" y="2648067"/>
                <a:ext cx="84811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&gt;2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1422" y="2648067"/>
                <a:ext cx="848117" cy="307777"/>
              </a:xfrm>
              <a:prstGeom prst="rect">
                <a:avLst/>
              </a:prstGeom>
              <a:blipFill>
                <a:blip r:embed="rId6"/>
                <a:stretch>
                  <a:fillRect l="-7194" r="-5755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9575825" y="3280751"/>
                <a:ext cx="84811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&lt;2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75825" y="3280751"/>
                <a:ext cx="848117" cy="307777"/>
              </a:xfrm>
              <a:prstGeom prst="rect">
                <a:avLst/>
              </a:prstGeom>
              <a:blipFill>
                <a:blip r:embed="rId7"/>
                <a:stretch>
                  <a:fillRect l="-7194" r="-5755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/>
              <p:cNvSpPr txBox="1"/>
              <p:nvPr/>
            </p:nvSpPr>
            <p:spPr>
              <a:xfrm>
                <a:off x="10065356" y="4490716"/>
                <a:ext cx="84811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&gt;2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65356" y="4490716"/>
                <a:ext cx="848117" cy="307777"/>
              </a:xfrm>
              <a:prstGeom prst="rect">
                <a:avLst/>
              </a:prstGeom>
              <a:blipFill>
                <a:blip r:embed="rId8"/>
                <a:stretch>
                  <a:fillRect l="-6475" r="-6475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/>
              <p:cNvSpPr txBox="1"/>
              <p:nvPr/>
            </p:nvSpPr>
            <p:spPr>
              <a:xfrm>
                <a:off x="2527994" y="3276140"/>
                <a:ext cx="18517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49" name="TextBox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7994" y="3276140"/>
                <a:ext cx="185179" cy="307777"/>
              </a:xfrm>
              <a:prstGeom prst="rect">
                <a:avLst/>
              </a:prstGeom>
              <a:blipFill>
                <a:blip r:embed="rId9"/>
                <a:stretch>
                  <a:fillRect l="-20000" r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Connector 6"/>
          <p:cNvCxnSpPr/>
          <p:nvPr/>
        </p:nvCxnSpPr>
        <p:spPr>
          <a:xfrm flipV="1">
            <a:off x="6333028" y="779665"/>
            <a:ext cx="0" cy="1459345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 flipV="1">
            <a:off x="11129818" y="783475"/>
            <a:ext cx="0" cy="1459345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6332220" y="906780"/>
            <a:ext cx="4792980" cy="0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8382000" y="765048"/>
                <a:ext cx="585481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m:rPr>
                          <m:sty m:val="p"/>
                        </m:rPr>
                        <a:rPr lang="el-G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0" y="765048"/>
                <a:ext cx="585481" cy="276999"/>
              </a:xfrm>
              <a:prstGeom prst="rect">
                <a:avLst/>
              </a:prstGeom>
              <a:blipFill>
                <a:blip r:embed="rId10"/>
                <a:stretch>
                  <a:fillRect r="-7292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781815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Arrow Connector 2"/>
          <p:cNvCxnSpPr/>
          <p:nvPr/>
        </p:nvCxnSpPr>
        <p:spPr>
          <a:xfrm flipV="1">
            <a:off x="2565588" y="1062183"/>
            <a:ext cx="4333976" cy="1976292"/>
          </a:xfrm>
          <a:prstGeom prst="straightConnector1">
            <a:avLst/>
          </a:prstGeom>
          <a:ln w="28575">
            <a:solidFill>
              <a:schemeClr val="tx1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>
          <a:xfrm>
            <a:off x="2565588" y="3031953"/>
            <a:ext cx="4333976" cy="1976292"/>
          </a:xfrm>
          <a:prstGeom prst="straightConnector1">
            <a:avLst/>
          </a:prstGeom>
          <a:ln w="28575">
            <a:solidFill>
              <a:schemeClr val="tx1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Arc 5"/>
          <p:cNvSpPr/>
          <p:nvPr/>
        </p:nvSpPr>
        <p:spPr>
          <a:xfrm>
            <a:off x="2971800" y="2707640"/>
            <a:ext cx="340360" cy="695960"/>
          </a:xfrm>
          <a:prstGeom prst="arc">
            <a:avLst>
              <a:gd name="adj1" fmla="val 17004971"/>
              <a:gd name="adj2" fmla="val 4182901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390900" y="2819400"/>
                <a:ext cx="294248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0900" y="2819400"/>
                <a:ext cx="294248" cy="4308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2057400" y="2752725"/>
            <a:ext cx="5619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362450" y="1552575"/>
                <a:ext cx="545983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2450" y="1552575"/>
                <a:ext cx="545983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4391025" y="4076700"/>
                <a:ext cx="545983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1025" y="4076700"/>
                <a:ext cx="545983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/>
          <p:cNvCxnSpPr/>
          <p:nvPr/>
        </p:nvCxnSpPr>
        <p:spPr>
          <a:xfrm flipV="1">
            <a:off x="6893560" y="1064260"/>
            <a:ext cx="7620" cy="3934460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headEnd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6969760" y="2616200"/>
                <a:ext cx="41889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9760" y="2616200"/>
                <a:ext cx="418897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/>
          <p:cNvSpPr txBox="1"/>
          <p:nvPr/>
        </p:nvSpPr>
        <p:spPr>
          <a:xfrm>
            <a:off x="6720840" y="4916805"/>
            <a:ext cx="5619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598805"/>
            <a:ext cx="5619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37502958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llelogram 1"/>
          <p:cNvSpPr/>
          <p:nvPr/>
        </p:nvSpPr>
        <p:spPr>
          <a:xfrm>
            <a:off x="2211977" y="2325189"/>
            <a:ext cx="6453051" cy="1593668"/>
          </a:xfrm>
          <a:prstGeom prst="parallelogram">
            <a:avLst>
              <a:gd name="adj" fmla="val 109494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arallelogram 6"/>
          <p:cNvSpPr/>
          <p:nvPr/>
        </p:nvSpPr>
        <p:spPr>
          <a:xfrm>
            <a:off x="4162696" y="2068501"/>
            <a:ext cx="2304144" cy="2104356"/>
          </a:xfrm>
          <a:custGeom>
            <a:avLst/>
            <a:gdLst>
              <a:gd name="connsiteX0" fmla="*/ 0 w 6453051"/>
              <a:gd name="connsiteY0" fmla="*/ 1593668 h 1593668"/>
              <a:gd name="connsiteX1" fmla="*/ 1744971 w 6453051"/>
              <a:gd name="connsiteY1" fmla="*/ 0 h 1593668"/>
              <a:gd name="connsiteX2" fmla="*/ 6453051 w 6453051"/>
              <a:gd name="connsiteY2" fmla="*/ 0 h 1593668"/>
              <a:gd name="connsiteX3" fmla="*/ 4708080 w 6453051"/>
              <a:gd name="connsiteY3" fmla="*/ 1593668 h 1593668"/>
              <a:gd name="connsiteX4" fmla="*/ 0 w 6453051"/>
              <a:gd name="connsiteY4" fmla="*/ 1593668 h 1593668"/>
              <a:gd name="connsiteX0" fmla="*/ 0 w 4708080"/>
              <a:gd name="connsiteY0" fmla="*/ 1593668 h 1593668"/>
              <a:gd name="connsiteX1" fmla="*/ 1744971 w 4708080"/>
              <a:gd name="connsiteY1" fmla="*/ 0 h 1593668"/>
              <a:gd name="connsiteX2" fmla="*/ 4708080 w 4708080"/>
              <a:gd name="connsiteY2" fmla="*/ 1593668 h 1593668"/>
              <a:gd name="connsiteX3" fmla="*/ 0 w 4708080"/>
              <a:gd name="connsiteY3" fmla="*/ 1593668 h 1593668"/>
              <a:gd name="connsiteX0" fmla="*/ 0 w 1744971"/>
              <a:gd name="connsiteY0" fmla="*/ 1593668 h 1593668"/>
              <a:gd name="connsiteX1" fmla="*/ 1744971 w 1744971"/>
              <a:gd name="connsiteY1" fmla="*/ 0 h 1593668"/>
              <a:gd name="connsiteX2" fmla="*/ 0 w 1744971"/>
              <a:gd name="connsiteY2" fmla="*/ 1593668 h 1593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44971" h="1593668">
                <a:moveTo>
                  <a:pt x="0" y="1593668"/>
                </a:moveTo>
                <a:lnTo>
                  <a:pt x="1744971" y="0"/>
                </a:lnTo>
                <a:lnTo>
                  <a:pt x="0" y="1593668"/>
                </a:lnTo>
                <a:close/>
              </a:path>
            </a:pathLst>
          </a:custGeom>
          <a:noFill/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Parallelogram 7"/>
          <p:cNvSpPr/>
          <p:nvPr/>
        </p:nvSpPr>
        <p:spPr>
          <a:xfrm flipV="1">
            <a:off x="2577736" y="2958738"/>
            <a:ext cx="5819503" cy="45719"/>
          </a:xfrm>
          <a:custGeom>
            <a:avLst/>
            <a:gdLst>
              <a:gd name="connsiteX0" fmla="*/ 0 w 6453051"/>
              <a:gd name="connsiteY0" fmla="*/ 1593668 h 1593668"/>
              <a:gd name="connsiteX1" fmla="*/ 1744971 w 6453051"/>
              <a:gd name="connsiteY1" fmla="*/ 0 h 1593668"/>
              <a:gd name="connsiteX2" fmla="*/ 6453051 w 6453051"/>
              <a:gd name="connsiteY2" fmla="*/ 0 h 1593668"/>
              <a:gd name="connsiteX3" fmla="*/ 4708080 w 6453051"/>
              <a:gd name="connsiteY3" fmla="*/ 1593668 h 1593668"/>
              <a:gd name="connsiteX4" fmla="*/ 0 w 6453051"/>
              <a:gd name="connsiteY4" fmla="*/ 1593668 h 1593668"/>
              <a:gd name="connsiteX0" fmla="*/ 0 w 4708080"/>
              <a:gd name="connsiteY0" fmla="*/ 1593668 h 1593668"/>
              <a:gd name="connsiteX1" fmla="*/ 1744971 w 4708080"/>
              <a:gd name="connsiteY1" fmla="*/ 0 h 1593668"/>
              <a:gd name="connsiteX2" fmla="*/ 4708080 w 4708080"/>
              <a:gd name="connsiteY2" fmla="*/ 1593668 h 1593668"/>
              <a:gd name="connsiteX3" fmla="*/ 0 w 4708080"/>
              <a:gd name="connsiteY3" fmla="*/ 1593668 h 1593668"/>
              <a:gd name="connsiteX0" fmla="*/ 0 w 4708080"/>
              <a:gd name="connsiteY0" fmla="*/ 0 h 0"/>
              <a:gd name="connsiteX1" fmla="*/ 4708080 w 4708080"/>
              <a:gd name="connsiteY1" fmla="*/ 0 h 0"/>
              <a:gd name="connsiteX2" fmla="*/ 0 w 4708080"/>
              <a:gd name="connsiteY2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08080">
                <a:moveTo>
                  <a:pt x="0" y="0"/>
                </a:moveTo>
                <a:lnTo>
                  <a:pt x="4708080" y="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8214360" y="3009900"/>
                <a:ext cx="24173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4360" y="3009900"/>
                <a:ext cx="241733" cy="369332"/>
              </a:xfrm>
              <a:prstGeom prst="rect">
                <a:avLst/>
              </a:prstGeom>
              <a:blipFill>
                <a:blip r:embed="rId2"/>
                <a:stretch>
                  <a:fillRect l="-17949" r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2446020" y="3009900"/>
                <a:ext cx="31258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6020" y="3009900"/>
                <a:ext cx="312586" cy="369332"/>
              </a:xfrm>
              <a:prstGeom prst="rect">
                <a:avLst/>
              </a:prstGeom>
              <a:blipFill>
                <a:blip r:embed="rId3"/>
                <a:stretch>
                  <a:fillRect l="-25000" t="-1667" r="-26923"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4161536" y="1731264"/>
                <a:ext cx="24570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1536" y="1731264"/>
                <a:ext cx="245708" cy="369332"/>
              </a:xfrm>
              <a:prstGeom prst="rect">
                <a:avLst/>
              </a:prstGeom>
              <a:blipFill>
                <a:blip r:embed="rId4"/>
                <a:stretch>
                  <a:fillRect l="-30000" r="-27500"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Parallelogram 7"/>
          <p:cNvSpPr/>
          <p:nvPr/>
        </p:nvSpPr>
        <p:spPr>
          <a:xfrm rot="5400000">
            <a:off x="3662366" y="2044673"/>
            <a:ext cx="1621191" cy="88289"/>
          </a:xfrm>
          <a:custGeom>
            <a:avLst/>
            <a:gdLst>
              <a:gd name="connsiteX0" fmla="*/ 0 w 6453051"/>
              <a:gd name="connsiteY0" fmla="*/ 1593668 h 1593668"/>
              <a:gd name="connsiteX1" fmla="*/ 1744971 w 6453051"/>
              <a:gd name="connsiteY1" fmla="*/ 0 h 1593668"/>
              <a:gd name="connsiteX2" fmla="*/ 6453051 w 6453051"/>
              <a:gd name="connsiteY2" fmla="*/ 0 h 1593668"/>
              <a:gd name="connsiteX3" fmla="*/ 4708080 w 6453051"/>
              <a:gd name="connsiteY3" fmla="*/ 1593668 h 1593668"/>
              <a:gd name="connsiteX4" fmla="*/ 0 w 6453051"/>
              <a:gd name="connsiteY4" fmla="*/ 1593668 h 1593668"/>
              <a:gd name="connsiteX0" fmla="*/ 0 w 4708080"/>
              <a:gd name="connsiteY0" fmla="*/ 1593668 h 1593668"/>
              <a:gd name="connsiteX1" fmla="*/ 1744971 w 4708080"/>
              <a:gd name="connsiteY1" fmla="*/ 0 h 1593668"/>
              <a:gd name="connsiteX2" fmla="*/ 4708080 w 4708080"/>
              <a:gd name="connsiteY2" fmla="*/ 1593668 h 1593668"/>
              <a:gd name="connsiteX3" fmla="*/ 0 w 4708080"/>
              <a:gd name="connsiteY3" fmla="*/ 1593668 h 1593668"/>
              <a:gd name="connsiteX0" fmla="*/ 0 w 4708080"/>
              <a:gd name="connsiteY0" fmla="*/ 0 h 0"/>
              <a:gd name="connsiteX1" fmla="*/ 4708080 w 4708080"/>
              <a:gd name="connsiteY1" fmla="*/ 0 h 0"/>
              <a:gd name="connsiteX2" fmla="*/ 0 w 4708080"/>
              <a:gd name="connsiteY2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08080">
                <a:moveTo>
                  <a:pt x="0" y="0"/>
                </a:moveTo>
                <a:lnTo>
                  <a:pt x="4708080" y="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Arrow Connector 22"/>
          <p:cNvCxnSpPr/>
          <p:nvPr/>
        </p:nvCxnSpPr>
        <p:spPr>
          <a:xfrm flipV="1">
            <a:off x="5467350" y="2755011"/>
            <a:ext cx="833628" cy="24155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6281928" y="2449068"/>
                <a:ext cx="25308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1928" y="2449068"/>
                <a:ext cx="253083" cy="369332"/>
              </a:xfrm>
              <a:prstGeom prst="rect">
                <a:avLst/>
              </a:prstGeom>
              <a:blipFill>
                <a:blip r:embed="rId5"/>
                <a:stretch>
                  <a:fillRect l="-17073" r="-146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Arrow Connector 25"/>
          <p:cNvCxnSpPr/>
          <p:nvPr/>
        </p:nvCxnSpPr>
        <p:spPr>
          <a:xfrm>
            <a:off x="4538726" y="1100709"/>
            <a:ext cx="945642" cy="18554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4405376" y="993648"/>
            <a:ext cx="243840" cy="243840"/>
          </a:xfrm>
          <a:prstGeom prst="ellipse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5499608" y="943356"/>
                <a:ext cx="1201931" cy="76437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9608" y="943356"/>
                <a:ext cx="1201931" cy="76437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5993130" y="3947160"/>
                <a:ext cx="24570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3130" y="3947160"/>
                <a:ext cx="245708" cy="369332"/>
              </a:xfrm>
              <a:prstGeom prst="rect">
                <a:avLst/>
              </a:prstGeom>
              <a:blipFill>
                <a:blip r:embed="rId7"/>
                <a:stretch>
                  <a:fillRect l="-30000" r="-27500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Parallelogram 7"/>
          <p:cNvSpPr/>
          <p:nvPr/>
        </p:nvSpPr>
        <p:spPr>
          <a:xfrm rot="5400000">
            <a:off x="5461448" y="3919193"/>
            <a:ext cx="1621191" cy="88289"/>
          </a:xfrm>
          <a:custGeom>
            <a:avLst/>
            <a:gdLst>
              <a:gd name="connsiteX0" fmla="*/ 0 w 6453051"/>
              <a:gd name="connsiteY0" fmla="*/ 1593668 h 1593668"/>
              <a:gd name="connsiteX1" fmla="*/ 1744971 w 6453051"/>
              <a:gd name="connsiteY1" fmla="*/ 0 h 1593668"/>
              <a:gd name="connsiteX2" fmla="*/ 6453051 w 6453051"/>
              <a:gd name="connsiteY2" fmla="*/ 0 h 1593668"/>
              <a:gd name="connsiteX3" fmla="*/ 4708080 w 6453051"/>
              <a:gd name="connsiteY3" fmla="*/ 1593668 h 1593668"/>
              <a:gd name="connsiteX4" fmla="*/ 0 w 6453051"/>
              <a:gd name="connsiteY4" fmla="*/ 1593668 h 1593668"/>
              <a:gd name="connsiteX0" fmla="*/ 0 w 4708080"/>
              <a:gd name="connsiteY0" fmla="*/ 1593668 h 1593668"/>
              <a:gd name="connsiteX1" fmla="*/ 1744971 w 4708080"/>
              <a:gd name="connsiteY1" fmla="*/ 0 h 1593668"/>
              <a:gd name="connsiteX2" fmla="*/ 4708080 w 4708080"/>
              <a:gd name="connsiteY2" fmla="*/ 1593668 h 1593668"/>
              <a:gd name="connsiteX3" fmla="*/ 0 w 4708080"/>
              <a:gd name="connsiteY3" fmla="*/ 1593668 h 1593668"/>
              <a:gd name="connsiteX0" fmla="*/ 0 w 4708080"/>
              <a:gd name="connsiteY0" fmla="*/ 0 h 0"/>
              <a:gd name="connsiteX1" fmla="*/ 4708080 w 4708080"/>
              <a:gd name="connsiteY1" fmla="*/ 0 h 0"/>
              <a:gd name="connsiteX2" fmla="*/ 0 w 4708080"/>
              <a:gd name="connsiteY2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08080">
                <a:moveTo>
                  <a:pt x="0" y="0"/>
                </a:moveTo>
                <a:lnTo>
                  <a:pt x="4708080" y="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5334000" y="2889504"/>
            <a:ext cx="243840" cy="243840"/>
          </a:xfrm>
          <a:prstGeom prst="ellipse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Straight Arrow Connector 32"/>
          <p:cNvCxnSpPr/>
          <p:nvPr/>
        </p:nvCxnSpPr>
        <p:spPr>
          <a:xfrm flipH="1" flipV="1">
            <a:off x="5435600" y="4795520"/>
            <a:ext cx="890016" cy="11519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6192266" y="4803648"/>
            <a:ext cx="243840" cy="243840"/>
          </a:xfrm>
          <a:prstGeom prst="ellipse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4124198" y="4338066"/>
                <a:ext cx="1201931" cy="76437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4198" y="4338066"/>
                <a:ext cx="1201931" cy="76437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639829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llelogram 1"/>
          <p:cNvSpPr/>
          <p:nvPr/>
        </p:nvSpPr>
        <p:spPr>
          <a:xfrm>
            <a:off x="2211977" y="2325189"/>
            <a:ext cx="6453051" cy="1593668"/>
          </a:xfrm>
          <a:prstGeom prst="parallelogram">
            <a:avLst>
              <a:gd name="adj" fmla="val 109494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arallelogram 6"/>
          <p:cNvSpPr/>
          <p:nvPr/>
        </p:nvSpPr>
        <p:spPr>
          <a:xfrm>
            <a:off x="4162696" y="2068501"/>
            <a:ext cx="2304144" cy="2104356"/>
          </a:xfrm>
          <a:custGeom>
            <a:avLst/>
            <a:gdLst>
              <a:gd name="connsiteX0" fmla="*/ 0 w 6453051"/>
              <a:gd name="connsiteY0" fmla="*/ 1593668 h 1593668"/>
              <a:gd name="connsiteX1" fmla="*/ 1744971 w 6453051"/>
              <a:gd name="connsiteY1" fmla="*/ 0 h 1593668"/>
              <a:gd name="connsiteX2" fmla="*/ 6453051 w 6453051"/>
              <a:gd name="connsiteY2" fmla="*/ 0 h 1593668"/>
              <a:gd name="connsiteX3" fmla="*/ 4708080 w 6453051"/>
              <a:gd name="connsiteY3" fmla="*/ 1593668 h 1593668"/>
              <a:gd name="connsiteX4" fmla="*/ 0 w 6453051"/>
              <a:gd name="connsiteY4" fmla="*/ 1593668 h 1593668"/>
              <a:gd name="connsiteX0" fmla="*/ 0 w 4708080"/>
              <a:gd name="connsiteY0" fmla="*/ 1593668 h 1593668"/>
              <a:gd name="connsiteX1" fmla="*/ 1744971 w 4708080"/>
              <a:gd name="connsiteY1" fmla="*/ 0 h 1593668"/>
              <a:gd name="connsiteX2" fmla="*/ 4708080 w 4708080"/>
              <a:gd name="connsiteY2" fmla="*/ 1593668 h 1593668"/>
              <a:gd name="connsiteX3" fmla="*/ 0 w 4708080"/>
              <a:gd name="connsiteY3" fmla="*/ 1593668 h 1593668"/>
              <a:gd name="connsiteX0" fmla="*/ 0 w 1744971"/>
              <a:gd name="connsiteY0" fmla="*/ 1593668 h 1593668"/>
              <a:gd name="connsiteX1" fmla="*/ 1744971 w 1744971"/>
              <a:gd name="connsiteY1" fmla="*/ 0 h 1593668"/>
              <a:gd name="connsiteX2" fmla="*/ 0 w 1744971"/>
              <a:gd name="connsiteY2" fmla="*/ 1593668 h 1593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44971" h="1593668">
                <a:moveTo>
                  <a:pt x="0" y="1593668"/>
                </a:moveTo>
                <a:lnTo>
                  <a:pt x="1744971" y="0"/>
                </a:lnTo>
                <a:lnTo>
                  <a:pt x="0" y="1593668"/>
                </a:lnTo>
                <a:close/>
              </a:path>
            </a:pathLst>
          </a:custGeom>
          <a:noFill/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Parallelogram 7"/>
          <p:cNvSpPr/>
          <p:nvPr/>
        </p:nvSpPr>
        <p:spPr>
          <a:xfrm flipV="1">
            <a:off x="2577736" y="2958738"/>
            <a:ext cx="5819503" cy="45719"/>
          </a:xfrm>
          <a:custGeom>
            <a:avLst/>
            <a:gdLst>
              <a:gd name="connsiteX0" fmla="*/ 0 w 6453051"/>
              <a:gd name="connsiteY0" fmla="*/ 1593668 h 1593668"/>
              <a:gd name="connsiteX1" fmla="*/ 1744971 w 6453051"/>
              <a:gd name="connsiteY1" fmla="*/ 0 h 1593668"/>
              <a:gd name="connsiteX2" fmla="*/ 6453051 w 6453051"/>
              <a:gd name="connsiteY2" fmla="*/ 0 h 1593668"/>
              <a:gd name="connsiteX3" fmla="*/ 4708080 w 6453051"/>
              <a:gd name="connsiteY3" fmla="*/ 1593668 h 1593668"/>
              <a:gd name="connsiteX4" fmla="*/ 0 w 6453051"/>
              <a:gd name="connsiteY4" fmla="*/ 1593668 h 1593668"/>
              <a:gd name="connsiteX0" fmla="*/ 0 w 4708080"/>
              <a:gd name="connsiteY0" fmla="*/ 1593668 h 1593668"/>
              <a:gd name="connsiteX1" fmla="*/ 1744971 w 4708080"/>
              <a:gd name="connsiteY1" fmla="*/ 0 h 1593668"/>
              <a:gd name="connsiteX2" fmla="*/ 4708080 w 4708080"/>
              <a:gd name="connsiteY2" fmla="*/ 1593668 h 1593668"/>
              <a:gd name="connsiteX3" fmla="*/ 0 w 4708080"/>
              <a:gd name="connsiteY3" fmla="*/ 1593668 h 1593668"/>
              <a:gd name="connsiteX0" fmla="*/ 0 w 4708080"/>
              <a:gd name="connsiteY0" fmla="*/ 0 h 0"/>
              <a:gd name="connsiteX1" fmla="*/ 4708080 w 4708080"/>
              <a:gd name="connsiteY1" fmla="*/ 0 h 0"/>
              <a:gd name="connsiteX2" fmla="*/ 0 w 4708080"/>
              <a:gd name="connsiteY2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08080">
                <a:moveTo>
                  <a:pt x="0" y="0"/>
                </a:moveTo>
                <a:lnTo>
                  <a:pt x="4708080" y="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Parallelogram 7"/>
          <p:cNvSpPr/>
          <p:nvPr/>
        </p:nvSpPr>
        <p:spPr>
          <a:xfrm rot="5400000">
            <a:off x="4860621" y="3648037"/>
            <a:ext cx="1120177" cy="61004"/>
          </a:xfrm>
          <a:custGeom>
            <a:avLst/>
            <a:gdLst>
              <a:gd name="connsiteX0" fmla="*/ 0 w 6453051"/>
              <a:gd name="connsiteY0" fmla="*/ 1593668 h 1593668"/>
              <a:gd name="connsiteX1" fmla="*/ 1744971 w 6453051"/>
              <a:gd name="connsiteY1" fmla="*/ 0 h 1593668"/>
              <a:gd name="connsiteX2" fmla="*/ 6453051 w 6453051"/>
              <a:gd name="connsiteY2" fmla="*/ 0 h 1593668"/>
              <a:gd name="connsiteX3" fmla="*/ 4708080 w 6453051"/>
              <a:gd name="connsiteY3" fmla="*/ 1593668 h 1593668"/>
              <a:gd name="connsiteX4" fmla="*/ 0 w 6453051"/>
              <a:gd name="connsiteY4" fmla="*/ 1593668 h 1593668"/>
              <a:gd name="connsiteX0" fmla="*/ 0 w 4708080"/>
              <a:gd name="connsiteY0" fmla="*/ 1593668 h 1593668"/>
              <a:gd name="connsiteX1" fmla="*/ 1744971 w 4708080"/>
              <a:gd name="connsiteY1" fmla="*/ 0 h 1593668"/>
              <a:gd name="connsiteX2" fmla="*/ 4708080 w 4708080"/>
              <a:gd name="connsiteY2" fmla="*/ 1593668 h 1593668"/>
              <a:gd name="connsiteX3" fmla="*/ 0 w 4708080"/>
              <a:gd name="connsiteY3" fmla="*/ 1593668 h 1593668"/>
              <a:gd name="connsiteX0" fmla="*/ 0 w 4708080"/>
              <a:gd name="connsiteY0" fmla="*/ 0 h 0"/>
              <a:gd name="connsiteX1" fmla="*/ 4708080 w 4708080"/>
              <a:gd name="connsiteY1" fmla="*/ 0 h 0"/>
              <a:gd name="connsiteX2" fmla="*/ 0 w 4708080"/>
              <a:gd name="connsiteY2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08080">
                <a:moveTo>
                  <a:pt x="0" y="0"/>
                </a:moveTo>
                <a:lnTo>
                  <a:pt x="4708080" y="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arallelogram 4"/>
          <p:cNvSpPr/>
          <p:nvPr/>
        </p:nvSpPr>
        <p:spPr>
          <a:xfrm>
            <a:off x="4906410" y="2843349"/>
            <a:ext cx="1031094" cy="357051"/>
          </a:xfrm>
          <a:prstGeom prst="parallelogram">
            <a:avLst>
              <a:gd name="adj" fmla="val 109494"/>
            </a:avLst>
          </a:prstGeom>
          <a:solidFill>
            <a:schemeClr val="bg1">
              <a:lumMod val="50000"/>
              <a:alpha val="79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4918710" y="1501140"/>
            <a:ext cx="1151890" cy="1693545"/>
          </a:xfrm>
          <a:prstGeom prst="line">
            <a:avLst/>
          </a:prstGeom>
          <a:ln w="12700" cap="rnd">
            <a:solidFill>
              <a:schemeClr val="tx1">
                <a:lumMod val="75000"/>
                <a:lumOff val="2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flipV="1">
            <a:off x="5930265" y="1501141"/>
            <a:ext cx="140335" cy="1341119"/>
          </a:xfrm>
          <a:prstGeom prst="line">
            <a:avLst/>
          </a:prstGeom>
          <a:ln w="12700" cap="rnd">
            <a:solidFill>
              <a:schemeClr val="tx1">
                <a:lumMod val="75000"/>
                <a:lumOff val="2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V="1">
            <a:off x="5297805" y="1501140"/>
            <a:ext cx="772795" cy="1341120"/>
          </a:xfrm>
          <a:prstGeom prst="line">
            <a:avLst/>
          </a:prstGeom>
          <a:ln w="12700" cap="rnd">
            <a:solidFill>
              <a:schemeClr val="tx1">
                <a:lumMod val="75000"/>
                <a:lumOff val="2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5543550" y="1501140"/>
            <a:ext cx="527050" cy="1695450"/>
          </a:xfrm>
          <a:prstGeom prst="line">
            <a:avLst/>
          </a:prstGeom>
          <a:ln w="12700" cap="rnd">
            <a:solidFill>
              <a:schemeClr val="tx1">
                <a:lumMod val="75000"/>
                <a:lumOff val="2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8214360" y="3009900"/>
                <a:ext cx="24173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4360" y="3009900"/>
                <a:ext cx="241733" cy="369332"/>
              </a:xfrm>
              <a:prstGeom prst="rect">
                <a:avLst/>
              </a:prstGeom>
              <a:blipFill>
                <a:blip r:embed="rId2"/>
                <a:stretch>
                  <a:fillRect l="-17949" r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2446020" y="3009900"/>
                <a:ext cx="31258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6020" y="3009900"/>
                <a:ext cx="312586" cy="369332"/>
              </a:xfrm>
              <a:prstGeom prst="rect">
                <a:avLst/>
              </a:prstGeom>
              <a:blipFill>
                <a:blip r:embed="rId3"/>
                <a:stretch>
                  <a:fillRect l="-25000" t="-1667" r="-26923"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5090160" y="1005840"/>
                <a:ext cx="24570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0160" y="1005840"/>
                <a:ext cx="245708" cy="369332"/>
              </a:xfrm>
              <a:prstGeom prst="rect">
                <a:avLst/>
              </a:prstGeom>
              <a:blipFill>
                <a:blip r:embed="rId4"/>
                <a:stretch>
                  <a:fillRect l="-30000" r="-30000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6385560" y="1188720"/>
                <a:ext cx="44896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5560" y="1188720"/>
                <a:ext cx="448969" cy="369332"/>
              </a:xfrm>
              <a:prstGeom prst="rect">
                <a:avLst/>
              </a:prstGeom>
              <a:blipFill>
                <a:blip r:embed="rId5"/>
                <a:stretch>
                  <a:fillRect l="-16438" r="-12329"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Connector 14"/>
          <p:cNvCxnSpPr/>
          <p:nvPr/>
        </p:nvCxnSpPr>
        <p:spPr>
          <a:xfrm flipV="1">
            <a:off x="5444490" y="1501141"/>
            <a:ext cx="626745" cy="1508759"/>
          </a:xfrm>
          <a:prstGeom prst="line">
            <a:avLst/>
          </a:prstGeom>
          <a:ln w="12700" cap="rnd">
            <a:solidFill>
              <a:schemeClr val="tx1">
                <a:lumMod val="75000"/>
                <a:lumOff val="25000"/>
              </a:schemeClr>
            </a:solidFill>
            <a:prstDash val="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ube 15"/>
          <p:cNvSpPr/>
          <p:nvPr/>
        </p:nvSpPr>
        <p:spPr>
          <a:xfrm>
            <a:off x="5894832" y="1338453"/>
            <a:ext cx="347472" cy="292608"/>
          </a:xfrm>
          <a:prstGeom prst="cube">
            <a:avLst>
              <a:gd name="adj" fmla="val 35417"/>
            </a:avLst>
          </a:prstGeom>
          <a:solidFill>
            <a:schemeClr val="accent1">
              <a:alpha val="8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5779008" y="2228088"/>
                <a:ext cx="22153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9008" y="2228088"/>
                <a:ext cx="221535" cy="369332"/>
              </a:xfrm>
              <a:prstGeom prst="rect">
                <a:avLst/>
              </a:prstGeom>
              <a:blipFill>
                <a:blip r:embed="rId6"/>
                <a:stretch>
                  <a:fillRect l="-16667" r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5690616" y="3078480"/>
                <a:ext cx="44896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0616" y="3078480"/>
                <a:ext cx="448969" cy="369332"/>
              </a:xfrm>
              <a:prstGeom prst="rect">
                <a:avLst/>
              </a:prstGeom>
              <a:blipFill>
                <a:blip r:embed="rId7"/>
                <a:stretch>
                  <a:fillRect l="-15068" r="-15068"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Parallelogram 7"/>
          <p:cNvSpPr/>
          <p:nvPr/>
        </p:nvSpPr>
        <p:spPr>
          <a:xfrm rot="5400000">
            <a:off x="4597086" y="2044673"/>
            <a:ext cx="1621191" cy="88289"/>
          </a:xfrm>
          <a:custGeom>
            <a:avLst/>
            <a:gdLst>
              <a:gd name="connsiteX0" fmla="*/ 0 w 6453051"/>
              <a:gd name="connsiteY0" fmla="*/ 1593668 h 1593668"/>
              <a:gd name="connsiteX1" fmla="*/ 1744971 w 6453051"/>
              <a:gd name="connsiteY1" fmla="*/ 0 h 1593668"/>
              <a:gd name="connsiteX2" fmla="*/ 6453051 w 6453051"/>
              <a:gd name="connsiteY2" fmla="*/ 0 h 1593668"/>
              <a:gd name="connsiteX3" fmla="*/ 4708080 w 6453051"/>
              <a:gd name="connsiteY3" fmla="*/ 1593668 h 1593668"/>
              <a:gd name="connsiteX4" fmla="*/ 0 w 6453051"/>
              <a:gd name="connsiteY4" fmla="*/ 1593668 h 1593668"/>
              <a:gd name="connsiteX0" fmla="*/ 0 w 4708080"/>
              <a:gd name="connsiteY0" fmla="*/ 1593668 h 1593668"/>
              <a:gd name="connsiteX1" fmla="*/ 1744971 w 4708080"/>
              <a:gd name="connsiteY1" fmla="*/ 0 h 1593668"/>
              <a:gd name="connsiteX2" fmla="*/ 4708080 w 4708080"/>
              <a:gd name="connsiteY2" fmla="*/ 1593668 h 1593668"/>
              <a:gd name="connsiteX3" fmla="*/ 0 w 4708080"/>
              <a:gd name="connsiteY3" fmla="*/ 1593668 h 1593668"/>
              <a:gd name="connsiteX0" fmla="*/ 0 w 4708080"/>
              <a:gd name="connsiteY0" fmla="*/ 0 h 0"/>
              <a:gd name="connsiteX1" fmla="*/ 4708080 w 4708080"/>
              <a:gd name="connsiteY1" fmla="*/ 0 h 0"/>
              <a:gd name="connsiteX2" fmla="*/ 0 w 4708080"/>
              <a:gd name="connsiteY2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08080">
                <a:moveTo>
                  <a:pt x="0" y="0"/>
                </a:moveTo>
                <a:lnTo>
                  <a:pt x="4708080" y="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2160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B7BEF0-AB5D-A9EE-E5BA-A66976952E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DA1F6E4A-2CF4-52F2-5B65-17BD46C08B2A}"/>
              </a:ext>
            </a:extLst>
          </p:cNvPr>
          <p:cNvCxnSpPr>
            <a:cxnSpLocks/>
          </p:cNvCxnSpPr>
          <p:nvPr/>
        </p:nvCxnSpPr>
        <p:spPr>
          <a:xfrm flipH="1">
            <a:off x="3668922" y="3026999"/>
            <a:ext cx="553581" cy="633216"/>
          </a:xfrm>
          <a:prstGeom prst="line">
            <a:avLst/>
          </a:prstGeom>
          <a:ln w="28575" cap="rnd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Parallelogram 1">
            <a:extLst>
              <a:ext uri="{FF2B5EF4-FFF2-40B4-BE49-F238E27FC236}">
                <a16:creationId xmlns:a16="http://schemas.microsoft.com/office/drawing/2014/main" id="{0844D4DA-9790-9E71-590D-9C1BB255E76B}"/>
              </a:ext>
            </a:extLst>
          </p:cNvPr>
          <p:cNvSpPr/>
          <p:nvPr/>
        </p:nvSpPr>
        <p:spPr>
          <a:xfrm>
            <a:off x="2211977" y="2325189"/>
            <a:ext cx="6453051" cy="1593668"/>
          </a:xfrm>
          <a:prstGeom prst="parallelogram">
            <a:avLst>
              <a:gd name="adj" fmla="val 109494"/>
            </a:avLst>
          </a:prstGeom>
          <a:solidFill>
            <a:schemeClr val="tx1">
              <a:lumMod val="65000"/>
              <a:lumOff val="3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36704B2-A120-5D68-1562-1FC7848382F1}"/>
                  </a:ext>
                </a:extLst>
              </p:cNvPr>
              <p:cNvSpPr txBox="1"/>
              <p:nvPr/>
            </p:nvSpPr>
            <p:spPr>
              <a:xfrm>
                <a:off x="8214360" y="3009900"/>
                <a:ext cx="24173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36704B2-A120-5D68-1562-1FC7848382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4360" y="3009900"/>
                <a:ext cx="241733" cy="369332"/>
              </a:xfrm>
              <a:prstGeom prst="rect">
                <a:avLst/>
              </a:prstGeom>
              <a:blipFill>
                <a:blip r:embed="rId2"/>
                <a:stretch>
                  <a:fillRect l="-17949" r="-1538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9C6BB4F-694B-1DCD-D2DB-5C478BAC0A2B}"/>
                  </a:ext>
                </a:extLst>
              </p:cNvPr>
              <p:cNvSpPr txBox="1"/>
              <p:nvPr/>
            </p:nvSpPr>
            <p:spPr>
              <a:xfrm>
                <a:off x="2446020" y="3009900"/>
                <a:ext cx="31258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9C6BB4F-694B-1DCD-D2DB-5C478BAC0A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6020" y="3009900"/>
                <a:ext cx="312586" cy="369332"/>
              </a:xfrm>
              <a:prstGeom prst="rect">
                <a:avLst/>
              </a:prstGeom>
              <a:blipFill>
                <a:blip r:embed="rId3"/>
                <a:stretch>
                  <a:fillRect l="-25000" t="-1667" r="-26923" b="-10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Parallelogram 7">
            <a:extLst>
              <a:ext uri="{FF2B5EF4-FFF2-40B4-BE49-F238E27FC236}">
                <a16:creationId xmlns:a16="http://schemas.microsoft.com/office/drawing/2014/main" id="{6DEAEDFE-AEDE-B2B2-4911-B9D40D1D2AD3}"/>
              </a:ext>
            </a:extLst>
          </p:cNvPr>
          <p:cNvSpPr/>
          <p:nvPr/>
        </p:nvSpPr>
        <p:spPr>
          <a:xfrm flipV="1">
            <a:off x="2577736" y="2958738"/>
            <a:ext cx="5819503" cy="45719"/>
          </a:xfrm>
          <a:custGeom>
            <a:avLst/>
            <a:gdLst>
              <a:gd name="connsiteX0" fmla="*/ 0 w 6453051"/>
              <a:gd name="connsiteY0" fmla="*/ 1593668 h 1593668"/>
              <a:gd name="connsiteX1" fmla="*/ 1744971 w 6453051"/>
              <a:gd name="connsiteY1" fmla="*/ 0 h 1593668"/>
              <a:gd name="connsiteX2" fmla="*/ 6453051 w 6453051"/>
              <a:gd name="connsiteY2" fmla="*/ 0 h 1593668"/>
              <a:gd name="connsiteX3" fmla="*/ 4708080 w 6453051"/>
              <a:gd name="connsiteY3" fmla="*/ 1593668 h 1593668"/>
              <a:gd name="connsiteX4" fmla="*/ 0 w 6453051"/>
              <a:gd name="connsiteY4" fmla="*/ 1593668 h 1593668"/>
              <a:gd name="connsiteX0" fmla="*/ 0 w 4708080"/>
              <a:gd name="connsiteY0" fmla="*/ 1593668 h 1593668"/>
              <a:gd name="connsiteX1" fmla="*/ 1744971 w 4708080"/>
              <a:gd name="connsiteY1" fmla="*/ 0 h 1593668"/>
              <a:gd name="connsiteX2" fmla="*/ 4708080 w 4708080"/>
              <a:gd name="connsiteY2" fmla="*/ 1593668 h 1593668"/>
              <a:gd name="connsiteX3" fmla="*/ 0 w 4708080"/>
              <a:gd name="connsiteY3" fmla="*/ 1593668 h 1593668"/>
              <a:gd name="connsiteX0" fmla="*/ 0 w 4708080"/>
              <a:gd name="connsiteY0" fmla="*/ 0 h 0"/>
              <a:gd name="connsiteX1" fmla="*/ 4708080 w 4708080"/>
              <a:gd name="connsiteY1" fmla="*/ 0 h 0"/>
              <a:gd name="connsiteX2" fmla="*/ 0 w 4708080"/>
              <a:gd name="connsiteY2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08080">
                <a:moveTo>
                  <a:pt x="0" y="0"/>
                </a:moveTo>
                <a:lnTo>
                  <a:pt x="4708080" y="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>
                <a:lumMod val="50000"/>
              </a:schemeClr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Parallelogram 7">
            <a:extLst>
              <a:ext uri="{FF2B5EF4-FFF2-40B4-BE49-F238E27FC236}">
                <a16:creationId xmlns:a16="http://schemas.microsoft.com/office/drawing/2014/main" id="{C1C0A116-5E3F-5AC2-D9D4-E692A0B81C19}"/>
              </a:ext>
            </a:extLst>
          </p:cNvPr>
          <p:cNvSpPr/>
          <p:nvPr/>
        </p:nvSpPr>
        <p:spPr>
          <a:xfrm flipV="1">
            <a:off x="5560541" y="1480041"/>
            <a:ext cx="1975839" cy="45719"/>
          </a:xfrm>
          <a:custGeom>
            <a:avLst/>
            <a:gdLst>
              <a:gd name="connsiteX0" fmla="*/ 0 w 6453051"/>
              <a:gd name="connsiteY0" fmla="*/ 1593668 h 1593668"/>
              <a:gd name="connsiteX1" fmla="*/ 1744971 w 6453051"/>
              <a:gd name="connsiteY1" fmla="*/ 0 h 1593668"/>
              <a:gd name="connsiteX2" fmla="*/ 6453051 w 6453051"/>
              <a:gd name="connsiteY2" fmla="*/ 0 h 1593668"/>
              <a:gd name="connsiteX3" fmla="*/ 4708080 w 6453051"/>
              <a:gd name="connsiteY3" fmla="*/ 1593668 h 1593668"/>
              <a:gd name="connsiteX4" fmla="*/ 0 w 6453051"/>
              <a:gd name="connsiteY4" fmla="*/ 1593668 h 1593668"/>
              <a:gd name="connsiteX0" fmla="*/ 0 w 4708080"/>
              <a:gd name="connsiteY0" fmla="*/ 1593668 h 1593668"/>
              <a:gd name="connsiteX1" fmla="*/ 1744971 w 4708080"/>
              <a:gd name="connsiteY1" fmla="*/ 0 h 1593668"/>
              <a:gd name="connsiteX2" fmla="*/ 4708080 w 4708080"/>
              <a:gd name="connsiteY2" fmla="*/ 1593668 h 1593668"/>
              <a:gd name="connsiteX3" fmla="*/ 0 w 4708080"/>
              <a:gd name="connsiteY3" fmla="*/ 1593668 h 1593668"/>
              <a:gd name="connsiteX0" fmla="*/ 0 w 4708080"/>
              <a:gd name="connsiteY0" fmla="*/ 0 h 0"/>
              <a:gd name="connsiteX1" fmla="*/ 4708080 w 4708080"/>
              <a:gd name="connsiteY1" fmla="*/ 0 h 0"/>
              <a:gd name="connsiteX2" fmla="*/ 0 w 4708080"/>
              <a:gd name="connsiteY2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08080">
                <a:moveTo>
                  <a:pt x="0" y="0"/>
                </a:moveTo>
                <a:lnTo>
                  <a:pt x="4708080" y="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>
                <a:lumMod val="50000"/>
              </a:schemeClr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5B3E777E-BA07-9885-AE1E-B3F570556BFD}"/>
              </a:ext>
            </a:extLst>
          </p:cNvPr>
          <p:cNvSpPr/>
          <p:nvPr/>
        </p:nvSpPr>
        <p:spPr>
          <a:xfrm>
            <a:off x="5438502" y="1410789"/>
            <a:ext cx="211288" cy="211288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</a:schemeClr>
              </a:gs>
              <a:gs pos="39000">
                <a:srgbClr val="638ACF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6FF81C6-CEAC-E4AE-2124-7D4E3FBDF0CB}"/>
              </a:ext>
            </a:extLst>
          </p:cNvPr>
          <p:cNvCxnSpPr>
            <a:cxnSpLocks/>
            <a:stCxn id="23" idx="3"/>
          </p:cNvCxnSpPr>
          <p:nvPr/>
        </p:nvCxnSpPr>
        <p:spPr>
          <a:xfrm flipH="1">
            <a:off x="4233863" y="1591135"/>
            <a:ext cx="1235581" cy="1413322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CEAF70E-8A2F-9B17-BE3E-73C06FB87ED4}"/>
              </a:ext>
            </a:extLst>
          </p:cNvPr>
          <p:cNvCxnSpPr>
            <a:cxnSpLocks/>
          </p:cNvCxnSpPr>
          <p:nvPr/>
        </p:nvCxnSpPr>
        <p:spPr>
          <a:xfrm flipH="1">
            <a:off x="4678770" y="1591135"/>
            <a:ext cx="790674" cy="904415"/>
          </a:xfrm>
          <a:prstGeom prst="line">
            <a:avLst/>
          </a:prstGeom>
          <a:ln w="28575" cap="rnd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01781AC4-DDB4-8358-19C0-39A470661EB5}"/>
              </a:ext>
            </a:extLst>
          </p:cNvPr>
          <p:cNvSpPr/>
          <p:nvPr/>
        </p:nvSpPr>
        <p:spPr>
          <a:xfrm>
            <a:off x="4135911" y="2901214"/>
            <a:ext cx="211288" cy="211288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</a:schemeClr>
              </a:gs>
              <a:gs pos="39000">
                <a:srgbClr val="638ACF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91728BFA-8EA4-65C2-2743-DC747D729000}"/>
                  </a:ext>
                </a:extLst>
              </p:cNvPr>
              <p:cNvSpPr txBox="1"/>
              <p:nvPr/>
            </p:nvSpPr>
            <p:spPr>
              <a:xfrm>
                <a:off x="4664674" y="1526059"/>
                <a:ext cx="47942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b>
                      </m:sSub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91728BFA-8EA4-65C2-2743-DC747D7290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4674" y="1526059"/>
                <a:ext cx="479427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3FCA4654-D923-6DD0-825A-6F8E9FA73EE0}"/>
              </a:ext>
            </a:extLst>
          </p:cNvPr>
          <p:cNvCxnSpPr/>
          <p:nvPr/>
        </p:nvCxnSpPr>
        <p:spPr>
          <a:xfrm>
            <a:off x="6820930" y="1525760"/>
            <a:ext cx="0" cy="1501239"/>
          </a:xfrm>
          <a:prstGeom prst="straightConnector1">
            <a:avLst/>
          </a:prstGeom>
          <a:ln w="19050">
            <a:solidFill>
              <a:schemeClr val="tx1"/>
            </a:solidFill>
            <a:headEnd type="triangl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E515BFB6-3AC4-8B65-3D4B-AC15AC147A7F}"/>
                  </a:ext>
                </a:extLst>
              </p:cNvPr>
              <p:cNvSpPr txBox="1"/>
              <p:nvPr/>
            </p:nvSpPr>
            <p:spPr>
              <a:xfrm>
                <a:off x="6673207" y="1856509"/>
                <a:ext cx="297646" cy="43088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E515BFB6-3AC4-8B65-3D4B-AC15AC147A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3207" y="1856509"/>
                <a:ext cx="297646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F401E4CD-5DFB-5EB5-9EE0-BDB032FE08BB}"/>
                  </a:ext>
                </a:extLst>
              </p:cNvPr>
              <p:cNvSpPr txBox="1"/>
              <p:nvPr/>
            </p:nvSpPr>
            <p:spPr>
              <a:xfrm>
                <a:off x="4042165" y="3229328"/>
                <a:ext cx="297646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F401E4CD-5DFB-5EB5-9EE0-BDB032FE08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2165" y="3229328"/>
                <a:ext cx="297646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369093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7942F0-2878-01F1-F7FE-7C28A0214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5C43B33A-D428-6ECE-4DF3-07C8BB200755}"/>
              </a:ext>
            </a:extLst>
          </p:cNvPr>
          <p:cNvCxnSpPr/>
          <p:nvPr/>
        </p:nvCxnSpPr>
        <p:spPr>
          <a:xfrm>
            <a:off x="6820930" y="2981180"/>
            <a:ext cx="0" cy="1501239"/>
          </a:xfrm>
          <a:prstGeom prst="straightConnector1">
            <a:avLst/>
          </a:prstGeom>
          <a:ln w="19050">
            <a:solidFill>
              <a:schemeClr val="tx1"/>
            </a:solidFill>
            <a:headEnd type="triangl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3F91FE10-C60F-B5C8-36BD-01C362B0C6B5}"/>
                  </a:ext>
                </a:extLst>
              </p:cNvPr>
              <p:cNvSpPr txBox="1"/>
              <p:nvPr/>
            </p:nvSpPr>
            <p:spPr>
              <a:xfrm>
                <a:off x="6673207" y="3517669"/>
                <a:ext cx="297646" cy="43088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3F91FE10-C60F-B5C8-36BD-01C362B0C6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3207" y="3517669"/>
                <a:ext cx="297646" cy="4308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Parallelogram 1">
            <a:extLst>
              <a:ext uri="{FF2B5EF4-FFF2-40B4-BE49-F238E27FC236}">
                <a16:creationId xmlns:a16="http://schemas.microsoft.com/office/drawing/2014/main" id="{46C3C5D3-CDA0-E02F-960D-D4EBF52B20A0}"/>
              </a:ext>
            </a:extLst>
          </p:cNvPr>
          <p:cNvSpPr/>
          <p:nvPr/>
        </p:nvSpPr>
        <p:spPr>
          <a:xfrm>
            <a:off x="2211977" y="2325189"/>
            <a:ext cx="6453051" cy="1593668"/>
          </a:xfrm>
          <a:prstGeom prst="parallelogram">
            <a:avLst>
              <a:gd name="adj" fmla="val 109494"/>
            </a:avLst>
          </a:prstGeom>
          <a:solidFill>
            <a:schemeClr val="tx1">
              <a:lumMod val="65000"/>
              <a:lumOff val="3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F22542F-085A-A0DB-388F-2F4098254199}"/>
                  </a:ext>
                </a:extLst>
              </p:cNvPr>
              <p:cNvSpPr txBox="1"/>
              <p:nvPr/>
            </p:nvSpPr>
            <p:spPr>
              <a:xfrm>
                <a:off x="8214360" y="3009900"/>
                <a:ext cx="24173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F22542F-085A-A0DB-388F-2F40982541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4360" y="3009900"/>
                <a:ext cx="241733" cy="369332"/>
              </a:xfrm>
              <a:prstGeom prst="rect">
                <a:avLst/>
              </a:prstGeom>
              <a:blipFill>
                <a:blip r:embed="rId3"/>
                <a:stretch>
                  <a:fillRect l="-17949" r="-1538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6E28FB9-D0E8-F853-D60B-F39735233611}"/>
                  </a:ext>
                </a:extLst>
              </p:cNvPr>
              <p:cNvSpPr txBox="1"/>
              <p:nvPr/>
            </p:nvSpPr>
            <p:spPr>
              <a:xfrm>
                <a:off x="2446020" y="3009900"/>
                <a:ext cx="31258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6E28FB9-D0E8-F853-D60B-F397352336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6020" y="3009900"/>
                <a:ext cx="312586" cy="369332"/>
              </a:xfrm>
              <a:prstGeom prst="rect">
                <a:avLst/>
              </a:prstGeom>
              <a:blipFill>
                <a:blip r:embed="rId4"/>
                <a:stretch>
                  <a:fillRect l="-25000" t="-1667" r="-26923" b="-10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Parallelogram 7">
            <a:extLst>
              <a:ext uri="{FF2B5EF4-FFF2-40B4-BE49-F238E27FC236}">
                <a16:creationId xmlns:a16="http://schemas.microsoft.com/office/drawing/2014/main" id="{B45ACBAA-5DD9-954E-6F25-6E12CF8CE1E9}"/>
              </a:ext>
            </a:extLst>
          </p:cNvPr>
          <p:cNvSpPr/>
          <p:nvPr/>
        </p:nvSpPr>
        <p:spPr>
          <a:xfrm flipV="1">
            <a:off x="2577736" y="2958738"/>
            <a:ext cx="5819503" cy="45719"/>
          </a:xfrm>
          <a:custGeom>
            <a:avLst/>
            <a:gdLst>
              <a:gd name="connsiteX0" fmla="*/ 0 w 6453051"/>
              <a:gd name="connsiteY0" fmla="*/ 1593668 h 1593668"/>
              <a:gd name="connsiteX1" fmla="*/ 1744971 w 6453051"/>
              <a:gd name="connsiteY1" fmla="*/ 0 h 1593668"/>
              <a:gd name="connsiteX2" fmla="*/ 6453051 w 6453051"/>
              <a:gd name="connsiteY2" fmla="*/ 0 h 1593668"/>
              <a:gd name="connsiteX3" fmla="*/ 4708080 w 6453051"/>
              <a:gd name="connsiteY3" fmla="*/ 1593668 h 1593668"/>
              <a:gd name="connsiteX4" fmla="*/ 0 w 6453051"/>
              <a:gd name="connsiteY4" fmla="*/ 1593668 h 1593668"/>
              <a:gd name="connsiteX0" fmla="*/ 0 w 4708080"/>
              <a:gd name="connsiteY0" fmla="*/ 1593668 h 1593668"/>
              <a:gd name="connsiteX1" fmla="*/ 1744971 w 4708080"/>
              <a:gd name="connsiteY1" fmla="*/ 0 h 1593668"/>
              <a:gd name="connsiteX2" fmla="*/ 4708080 w 4708080"/>
              <a:gd name="connsiteY2" fmla="*/ 1593668 h 1593668"/>
              <a:gd name="connsiteX3" fmla="*/ 0 w 4708080"/>
              <a:gd name="connsiteY3" fmla="*/ 1593668 h 1593668"/>
              <a:gd name="connsiteX0" fmla="*/ 0 w 4708080"/>
              <a:gd name="connsiteY0" fmla="*/ 0 h 0"/>
              <a:gd name="connsiteX1" fmla="*/ 4708080 w 4708080"/>
              <a:gd name="connsiteY1" fmla="*/ 0 h 0"/>
              <a:gd name="connsiteX2" fmla="*/ 0 w 4708080"/>
              <a:gd name="connsiteY2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08080">
                <a:moveTo>
                  <a:pt x="0" y="0"/>
                </a:moveTo>
                <a:lnTo>
                  <a:pt x="4708080" y="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>
                <a:lumMod val="50000"/>
              </a:schemeClr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2C6B5703-F780-E62E-2A2F-C9400AA4A3A9}"/>
              </a:ext>
            </a:extLst>
          </p:cNvPr>
          <p:cNvCxnSpPr>
            <a:cxnSpLocks/>
          </p:cNvCxnSpPr>
          <p:nvPr/>
        </p:nvCxnSpPr>
        <p:spPr>
          <a:xfrm flipH="1" flipV="1">
            <a:off x="3668922" y="2340429"/>
            <a:ext cx="553581" cy="633216"/>
          </a:xfrm>
          <a:prstGeom prst="line">
            <a:avLst/>
          </a:prstGeom>
          <a:ln w="28575" cap="rnd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Parallelogram 7">
            <a:extLst>
              <a:ext uri="{FF2B5EF4-FFF2-40B4-BE49-F238E27FC236}">
                <a16:creationId xmlns:a16="http://schemas.microsoft.com/office/drawing/2014/main" id="{60D7C684-B12A-6BB2-2B30-B1BBF46A7E81}"/>
              </a:ext>
            </a:extLst>
          </p:cNvPr>
          <p:cNvSpPr/>
          <p:nvPr/>
        </p:nvSpPr>
        <p:spPr>
          <a:xfrm>
            <a:off x="5560541" y="4474884"/>
            <a:ext cx="1975839" cy="45719"/>
          </a:xfrm>
          <a:custGeom>
            <a:avLst/>
            <a:gdLst>
              <a:gd name="connsiteX0" fmla="*/ 0 w 6453051"/>
              <a:gd name="connsiteY0" fmla="*/ 1593668 h 1593668"/>
              <a:gd name="connsiteX1" fmla="*/ 1744971 w 6453051"/>
              <a:gd name="connsiteY1" fmla="*/ 0 h 1593668"/>
              <a:gd name="connsiteX2" fmla="*/ 6453051 w 6453051"/>
              <a:gd name="connsiteY2" fmla="*/ 0 h 1593668"/>
              <a:gd name="connsiteX3" fmla="*/ 4708080 w 6453051"/>
              <a:gd name="connsiteY3" fmla="*/ 1593668 h 1593668"/>
              <a:gd name="connsiteX4" fmla="*/ 0 w 6453051"/>
              <a:gd name="connsiteY4" fmla="*/ 1593668 h 1593668"/>
              <a:gd name="connsiteX0" fmla="*/ 0 w 4708080"/>
              <a:gd name="connsiteY0" fmla="*/ 1593668 h 1593668"/>
              <a:gd name="connsiteX1" fmla="*/ 1744971 w 4708080"/>
              <a:gd name="connsiteY1" fmla="*/ 0 h 1593668"/>
              <a:gd name="connsiteX2" fmla="*/ 4708080 w 4708080"/>
              <a:gd name="connsiteY2" fmla="*/ 1593668 h 1593668"/>
              <a:gd name="connsiteX3" fmla="*/ 0 w 4708080"/>
              <a:gd name="connsiteY3" fmla="*/ 1593668 h 1593668"/>
              <a:gd name="connsiteX0" fmla="*/ 0 w 4708080"/>
              <a:gd name="connsiteY0" fmla="*/ 0 h 0"/>
              <a:gd name="connsiteX1" fmla="*/ 4708080 w 4708080"/>
              <a:gd name="connsiteY1" fmla="*/ 0 h 0"/>
              <a:gd name="connsiteX2" fmla="*/ 0 w 4708080"/>
              <a:gd name="connsiteY2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08080">
                <a:moveTo>
                  <a:pt x="0" y="0"/>
                </a:moveTo>
                <a:lnTo>
                  <a:pt x="4708080" y="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>
                <a:lumMod val="50000"/>
              </a:schemeClr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21A9AFB-DA03-0903-BF6B-88048E1468E7}"/>
              </a:ext>
            </a:extLst>
          </p:cNvPr>
          <p:cNvSpPr/>
          <p:nvPr/>
        </p:nvSpPr>
        <p:spPr>
          <a:xfrm flipV="1">
            <a:off x="5438502" y="4378567"/>
            <a:ext cx="211288" cy="211288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</a:schemeClr>
              </a:gs>
              <a:gs pos="39000">
                <a:srgbClr val="638ACF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D7E2B02-2479-557E-B35B-23AED1403A61}"/>
              </a:ext>
            </a:extLst>
          </p:cNvPr>
          <p:cNvCxnSpPr>
            <a:cxnSpLocks/>
            <a:stCxn id="23" idx="3"/>
          </p:cNvCxnSpPr>
          <p:nvPr/>
        </p:nvCxnSpPr>
        <p:spPr>
          <a:xfrm flipH="1" flipV="1">
            <a:off x="4233863" y="2996187"/>
            <a:ext cx="1235581" cy="1413322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9DF4F80-4D8A-1837-B078-560A2429CAF4}"/>
              </a:ext>
            </a:extLst>
          </p:cNvPr>
          <p:cNvCxnSpPr>
            <a:cxnSpLocks/>
          </p:cNvCxnSpPr>
          <p:nvPr/>
        </p:nvCxnSpPr>
        <p:spPr>
          <a:xfrm flipH="1" flipV="1">
            <a:off x="5144101" y="4037364"/>
            <a:ext cx="325343" cy="372145"/>
          </a:xfrm>
          <a:prstGeom prst="line">
            <a:avLst/>
          </a:prstGeom>
          <a:ln w="28575" cap="rnd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979C4A05-532B-0662-098C-347FDA797E22}"/>
              </a:ext>
            </a:extLst>
          </p:cNvPr>
          <p:cNvSpPr/>
          <p:nvPr/>
        </p:nvSpPr>
        <p:spPr>
          <a:xfrm flipV="1">
            <a:off x="4135911" y="2888142"/>
            <a:ext cx="211288" cy="211288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</a:schemeClr>
              </a:gs>
              <a:gs pos="39000">
                <a:srgbClr val="638ACF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4486DF46-C3CD-F039-AD0F-144A7D03BB39}"/>
                  </a:ext>
                </a:extLst>
              </p:cNvPr>
              <p:cNvSpPr txBox="1"/>
              <p:nvPr/>
            </p:nvSpPr>
            <p:spPr>
              <a:xfrm>
                <a:off x="4664674" y="3964459"/>
                <a:ext cx="47942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sub>
                      </m:sSub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4486DF46-C3CD-F039-AD0F-144A7D03BB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4674" y="3964459"/>
                <a:ext cx="479427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808EA4DE-2159-CD6D-A5BC-68F93F0ABB3F}"/>
                  </a:ext>
                </a:extLst>
              </p:cNvPr>
              <p:cNvSpPr txBox="1"/>
              <p:nvPr/>
            </p:nvSpPr>
            <p:spPr>
              <a:xfrm>
                <a:off x="4042165" y="2360648"/>
                <a:ext cx="297646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808EA4DE-2159-CD6D-A5BC-68F93F0ABB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2165" y="2360648"/>
                <a:ext cx="297646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936378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7838440" y="3682308"/>
                <a:ext cx="25840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8440" y="3682308"/>
                <a:ext cx="258404" cy="369332"/>
              </a:xfrm>
              <a:prstGeom prst="rect">
                <a:avLst/>
              </a:prstGeom>
              <a:blipFill>
                <a:blip r:embed="rId2"/>
                <a:stretch>
                  <a:fillRect l="-28571" r="-26190"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Parallelogram 21"/>
          <p:cNvSpPr/>
          <p:nvPr/>
        </p:nvSpPr>
        <p:spPr>
          <a:xfrm>
            <a:off x="2288177" y="3216498"/>
            <a:ext cx="6453051" cy="1009138"/>
          </a:xfrm>
          <a:prstGeom prst="parallelogram">
            <a:avLst>
              <a:gd name="adj" fmla="val 172976"/>
            </a:avLst>
          </a:prstGeom>
          <a:solidFill>
            <a:schemeClr val="bg1">
              <a:lumMod val="5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/>
          <p:nvPr/>
        </p:nvGrpSpPr>
        <p:grpSpPr>
          <a:xfrm>
            <a:off x="4977130" y="1853969"/>
            <a:ext cx="383118" cy="1819564"/>
            <a:chOff x="2104390" y="2394989"/>
            <a:chExt cx="383118" cy="1819564"/>
          </a:xfrm>
        </p:grpSpPr>
        <p:cxnSp>
          <p:nvCxnSpPr>
            <p:cNvPr id="6" name="Straight Arrow Connector 5"/>
            <p:cNvCxnSpPr/>
            <p:nvPr/>
          </p:nvCxnSpPr>
          <p:spPr>
            <a:xfrm>
              <a:off x="2299855" y="2394989"/>
              <a:ext cx="0" cy="1819564"/>
            </a:xfrm>
            <a:prstGeom prst="straightConnector1">
              <a:avLst/>
            </a:prstGeom>
            <a:ln w="19050" cap="rnd">
              <a:solidFill>
                <a:schemeClr val="tx1"/>
              </a:solidFill>
              <a:prstDash val="dash"/>
              <a:round/>
              <a:headEnd type="triangl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" name="TextBox 6"/>
                <p:cNvSpPr txBox="1"/>
                <p:nvPr/>
              </p:nvSpPr>
              <p:spPr>
                <a:xfrm>
                  <a:off x="2104390" y="3147060"/>
                  <a:ext cx="383118" cy="33855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2200" b="0" i="0" smtClean="0"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sz="2200" dirty="0"/>
                </a:p>
              </p:txBody>
            </p:sp>
          </mc:Choice>
          <mc:Fallback>
            <p:sp>
              <p:nvSpPr>
                <p:cNvPr id="7" name="TextBox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04390" y="3147060"/>
                  <a:ext cx="383118" cy="338554"/>
                </a:xfrm>
                <a:prstGeom prst="rect">
                  <a:avLst/>
                </a:prstGeom>
                <a:blipFill>
                  <a:blip r:embed="rId3"/>
                  <a:stretch>
                    <a:fillRect l="-17460" r="-17460" b="-2545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" name="Parallelogram 1"/>
          <p:cNvSpPr/>
          <p:nvPr/>
        </p:nvSpPr>
        <p:spPr>
          <a:xfrm>
            <a:off x="2288177" y="1392318"/>
            <a:ext cx="6453051" cy="1009138"/>
          </a:xfrm>
          <a:prstGeom prst="parallelogram">
            <a:avLst>
              <a:gd name="adj" fmla="val 172976"/>
            </a:avLst>
          </a:prstGeom>
          <a:solidFill>
            <a:schemeClr val="bg1">
              <a:lumMod val="5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/>
              <p:cNvSpPr txBox="1"/>
              <p:nvPr/>
            </p:nvSpPr>
            <p:spPr>
              <a:xfrm>
                <a:off x="7777480" y="1894148"/>
                <a:ext cx="99187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7480" y="1894148"/>
                <a:ext cx="991875" cy="369332"/>
              </a:xfrm>
              <a:prstGeom prst="rect">
                <a:avLst/>
              </a:prstGeom>
              <a:blipFill>
                <a:blip r:embed="rId4"/>
                <a:stretch>
                  <a:fillRect l="-6748" r="-5521" b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637084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B7BEF0-AB5D-A9EE-E5BA-A66976952E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5543296" y="1509776"/>
            <a:ext cx="955040" cy="0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Parallelogram 1">
            <a:extLst>
              <a:ext uri="{FF2B5EF4-FFF2-40B4-BE49-F238E27FC236}">
                <a16:creationId xmlns:a16="http://schemas.microsoft.com/office/drawing/2014/main" id="{0844D4DA-9790-9E71-590D-9C1BB255E76B}"/>
              </a:ext>
            </a:extLst>
          </p:cNvPr>
          <p:cNvSpPr/>
          <p:nvPr/>
        </p:nvSpPr>
        <p:spPr>
          <a:xfrm>
            <a:off x="2211977" y="2325189"/>
            <a:ext cx="6453051" cy="1593668"/>
          </a:xfrm>
          <a:prstGeom prst="parallelogram">
            <a:avLst>
              <a:gd name="adj" fmla="val 109494"/>
            </a:avLst>
          </a:prstGeom>
          <a:solidFill>
            <a:schemeClr val="tx1">
              <a:lumMod val="65000"/>
              <a:lumOff val="3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36704B2-A120-5D68-1562-1FC7848382F1}"/>
                  </a:ext>
                </a:extLst>
              </p:cNvPr>
              <p:cNvSpPr txBox="1"/>
              <p:nvPr/>
            </p:nvSpPr>
            <p:spPr>
              <a:xfrm>
                <a:off x="8214360" y="3009900"/>
                <a:ext cx="24173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36704B2-A120-5D68-1562-1FC7848382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4360" y="3009900"/>
                <a:ext cx="241733" cy="369332"/>
              </a:xfrm>
              <a:prstGeom prst="rect">
                <a:avLst/>
              </a:prstGeom>
              <a:blipFill>
                <a:blip r:embed="rId2"/>
                <a:stretch>
                  <a:fillRect l="-17949" r="-1538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9C6BB4F-694B-1DCD-D2DB-5C478BAC0A2B}"/>
                  </a:ext>
                </a:extLst>
              </p:cNvPr>
              <p:cNvSpPr txBox="1"/>
              <p:nvPr/>
            </p:nvSpPr>
            <p:spPr>
              <a:xfrm>
                <a:off x="2446020" y="3009900"/>
                <a:ext cx="31258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9C6BB4F-694B-1DCD-D2DB-5C478BAC0A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6020" y="3009900"/>
                <a:ext cx="312586" cy="369332"/>
              </a:xfrm>
              <a:prstGeom prst="rect">
                <a:avLst/>
              </a:prstGeom>
              <a:blipFill>
                <a:blip r:embed="rId3"/>
                <a:stretch>
                  <a:fillRect l="-25000" t="-1667" r="-26923" b="-10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Parallelogram 7">
            <a:extLst>
              <a:ext uri="{FF2B5EF4-FFF2-40B4-BE49-F238E27FC236}">
                <a16:creationId xmlns:a16="http://schemas.microsoft.com/office/drawing/2014/main" id="{6DEAEDFE-AEDE-B2B2-4911-B9D40D1D2AD3}"/>
              </a:ext>
            </a:extLst>
          </p:cNvPr>
          <p:cNvSpPr/>
          <p:nvPr/>
        </p:nvSpPr>
        <p:spPr>
          <a:xfrm flipV="1">
            <a:off x="2577736" y="2958738"/>
            <a:ext cx="5819503" cy="45719"/>
          </a:xfrm>
          <a:custGeom>
            <a:avLst/>
            <a:gdLst>
              <a:gd name="connsiteX0" fmla="*/ 0 w 6453051"/>
              <a:gd name="connsiteY0" fmla="*/ 1593668 h 1593668"/>
              <a:gd name="connsiteX1" fmla="*/ 1744971 w 6453051"/>
              <a:gd name="connsiteY1" fmla="*/ 0 h 1593668"/>
              <a:gd name="connsiteX2" fmla="*/ 6453051 w 6453051"/>
              <a:gd name="connsiteY2" fmla="*/ 0 h 1593668"/>
              <a:gd name="connsiteX3" fmla="*/ 4708080 w 6453051"/>
              <a:gd name="connsiteY3" fmla="*/ 1593668 h 1593668"/>
              <a:gd name="connsiteX4" fmla="*/ 0 w 6453051"/>
              <a:gd name="connsiteY4" fmla="*/ 1593668 h 1593668"/>
              <a:gd name="connsiteX0" fmla="*/ 0 w 4708080"/>
              <a:gd name="connsiteY0" fmla="*/ 1593668 h 1593668"/>
              <a:gd name="connsiteX1" fmla="*/ 1744971 w 4708080"/>
              <a:gd name="connsiteY1" fmla="*/ 0 h 1593668"/>
              <a:gd name="connsiteX2" fmla="*/ 4708080 w 4708080"/>
              <a:gd name="connsiteY2" fmla="*/ 1593668 h 1593668"/>
              <a:gd name="connsiteX3" fmla="*/ 0 w 4708080"/>
              <a:gd name="connsiteY3" fmla="*/ 1593668 h 1593668"/>
              <a:gd name="connsiteX0" fmla="*/ 0 w 4708080"/>
              <a:gd name="connsiteY0" fmla="*/ 0 h 0"/>
              <a:gd name="connsiteX1" fmla="*/ 4708080 w 4708080"/>
              <a:gd name="connsiteY1" fmla="*/ 0 h 0"/>
              <a:gd name="connsiteX2" fmla="*/ 0 w 4708080"/>
              <a:gd name="connsiteY2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08080">
                <a:moveTo>
                  <a:pt x="0" y="0"/>
                </a:moveTo>
                <a:lnTo>
                  <a:pt x="4708080" y="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>
                <a:lumMod val="50000"/>
              </a:schemeClr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5B3E777E-BA07-9885-AE1E-B3F570556BFD}"/>
              </a:ext>
            </a:extLst>
          </p:cNvPr>
          <p:cNvSpPr/>
          <p:nvPr/>
        </p:nvSpPr>
        <p:spPr>
          <a:xfrm>
            <a:off x="5438502" y="1410789"/>
            <a:ext cx="211288" cy="211288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</a:schemeClr>
              </a:gs>
              <a:gs pos="39000">
                <a:srgbClr val="638ACF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6FF81C6-CEAC-E4AE-2124-7D4E3FBDF0CB}"/>
              </a:ext>
            </a:extLst>
          </p:cNvPr>
          <p:cNvCxnSpPr>
            <a:cxnSpLocks/>
            <a:stCxn id="23" idx="3"/>
          </p:cNvCxnSpPr>
          <p:nvPr/>
        </p:nvCxnSpPr>
        <p:spPr>
          <a:xfrm flipH="1">
            <a:off x="4233863" y="1591135"/>
            <a:ext cx="1235581" cy="1413322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01781AC4-DDB4-8358-19C0-39A470661EB5}"/>
              </a:ext>
            </a:extLst>
          </p:cNvPr>
          <p:cNvSpPr/>
          <p:nvPr/>
        </p:nvSpPr>
        <p:spPr>
          <a:xfrm>
            <a:off x="4135911" y="2901214"/>
            <a:ext cx="211288" cy="211288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</a:schemeClr>
              </a:gs>
              <a:gs pos="39000">
                <a:srgbClr val="638ACF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3" name="Group 2"/>
          <p:cNvGrpSpPr/>
          <p:nvPr/>
        </p:nvGrpSpPr>
        <p:grpSpPr>
          <a:xfrm>
            <a:off x="6022967" y="1525760"/>
            <a:ext cx="297646" cy="1501239"/>
            <a:chOff x="6673207" y="1525760"/>
            <a:chExt cx="297646" cy="1501239"/>
          </a:xfrm>
        </p:grpSpPr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3FCA4654-D923-6DD0-825A-6F8E9FA73EE0}"/>
                </a:ext>
              </a:extLst>
            </p:cNvPr>
            <p:cNvCxnSpPr/>
            <p:nvPr/>
          </p:nvCxnSpPr>
          <p:spPr>
            <a:xfrm>
              <a:off x="6820930" y="1525760"/>
              <a:ext cx="0" cy="1501239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 w="lg" len="med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E515BFB6-3AC4-8B65-3D4B-AC15AC147A7F}"/>
                    </a:ext>
                  </a:extLst>
                </p:cNvPr>
                <p:cNvSpPr txBox="1"/>
                <p:nvPr/>
              </p:nvSpPr>
              <p:spPr>
                <a:xfrm>
                  <a:off x="6673207" y="1856509"/>
                  <a:ext cx="297646" cy="43088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oMath>
                    </m:oMathPara>
                  </a14:m>
                  <a:endParaRPr lang="en-IN" sz="2800" dirty="0"/>
                </a:p>
              </p:txBody>
            </p:sp>
          </mc:Choice>
          <mc:Fallback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E515BFB6-3AC4-8B65-3D4B-AC15AC147A7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73207" y="1856509"/>
                  <a:ext cx="297646" cy="430887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F401E4CD-5DFB-5EB5-9EE0-BDB032FE08BB}"/>
                  </a:ext>
                </a:extLst>
              </p:cNvPr>
              <p:cNvSpPr txBox="1"/>
              <p:nvPr/>
            </p:nvSpPr>
            <p:spPr>
              <a:xfrm>
                <a:off x="7019045" y="3087088"/>
                <a:ext cx="30284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F401E4CD-5DFB-5EB5-9EE0-BDB032FE08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9045" y="3087088"/>
                <a:ext cx="302840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401E4CD-5DFB-5EB5-9EE0-BDB032FE08BB}"/>
                  </a:ext>
                </a:extLst>
              </p:cNvPr>
              <p:cNvSpPr txBox="1"/>
              <p:nvPr/>
            </p:nvSpPr>
            <p:spPr>
              <a:xfrm>
                <a:off x="6543557" y="1075408"/>
                <a:ext cx="1414683" cy="89184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h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</m:oMath>
                  </m:oMathPara>
                </a14:m>
                <a:endParaRPr lang="en-IN" sz="2800" dirty="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401E4CD-5DFB-5EB5-9EE0-BDB032FE08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3557" y="1075408"/>
                <a:ext cx="1414683" cy="89184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378986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599</TotalTime>
  <Words>88</Words>
  <Application>Microsoft Office PowerPoint</Application>
  <PresentationFormat>Widescreen</PresentationFormat>
  <Paragraphs>82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Parag Bhattacharya</dc:creator>
  <cp:lastModifiedBy>Asus</cp:lastModifiedBy>
  <cp:revision>37</cp:revision>
  <dcterms:created xsi:type="dcterms:W3CDTF">2026-08-19T16:36:44Z</dcterms:created>
  <dcterms:modified xsi:type="dcterms:W3CDTF">2026-09-30T05:18:59Z</dcterms:modified>
</cp:coreProperties>
</file>