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246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4FC8C-0B6F-0971-B7C4-C0C0C342D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ED708-E583-B53C-8DBF-407A11A7F9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65665-ACCC-7B2E-226E-5C8381649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7790B-81EB-2E5A-9473-14877EA5D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2833B-1579-2F64-3769-1736A840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901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86C9F-6F28-A31F-4338-194DC90D2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C6261-DDFA-DD90-4CB4-FB3859D01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5BC70-A58C-346F-78CF-B20400011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A9A2F-3643-3C3A-38B8-5CFE6F6B5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D52C9-7BEA-20FB-DEDB-91FAFE51E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2230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1920-2748-C59E-2DCC-DACE99F39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BB7159-63FA-7BBB-1F19-A3098B1B2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D43D7-45E6-79CE-6068-A33A78847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706444-E1AE-1F2D-502F-8F826A04B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49146-1C60-B9FF-AC13-83F4C949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2875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35DBD-9FAA-D354-0835-66A05CC00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1B4DE-5B64-AA70-5977-570846A10C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AFB915-086A-EFD1-42DD-012480D971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6E3F9F-C089-D9AE-E71E-F8EE62965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0DED89-C33F-D065-5C2E-CCA442130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E2C45F-93EF-2CA6-ED89-0B031BED2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4400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2673F-2D1A-7FD4-9D26-5C290C71D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FA9612-4F67-43D8-57B8-F5557C804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646CD6-1583-1184-21F8-ED3DCC10E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22DD41-06F4-B907-4E37-44255607BC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E37BC-E083-9466-A4A2-F88B3E2E50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F54B63-F889-37D9-529B-2E55F0A6F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BBB079-E875-FF66-75BD-031F8D43B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BAF61C-7815-A267-FEE7-3CDF417D7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2423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447DB-C6AC-07B4-AA53-DB36104FD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3C5254-6249-6A6E-9F8B-57DB7E6B3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CF0B22-100D-D1C5-911B-B38DE319B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3D9F55-3864-3B93-73EE-72BB89338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3853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3531BD-8F1D-6E3F-62D1-042185461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E7C824-F115-3ED4-AF40-2970CCFE7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ACC26-48DB-137B-7730-BBA11E1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8555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F1F-51FA-952A-FE77-C72E4D59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90C7C8-B450-3145-E7EA-99CAC1302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CC5FB3-E4C2-E13F-966F-D1CC4C8ACD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AD840-B5FA-AC49-F76B-F529B7E15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57FA6-2678-07FC-4BA5-44408AD42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48DAD-2181-1F9C-C2DD-F8889A1F9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1578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C1DE8-E098-E7F9-F89C-689C2D2F7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8450DE-F969-B8B0-3CFF-C0C5FA9C25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48F666-685D-D4A0-50B2-167A87366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4938FF-764A-0BED-4474-63C5E33F0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298C6-1FE1-E788-115F-C1216ED01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7CFF2-766C-3EB0-DB57-E168B7E60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9628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A57E1-F87F-8BC4-DE79-C13F46A0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201731-9B48-3ABA-00F1-7FD44ED25E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D901A-26C9-D3FB-0E5D-45EF7D8C4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21655-00BD-3234-A977-FA40FAB9A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FBEEF7-4D06-4345-5393-E8FE57B25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8794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6137D0-0FCA-6929-1DD5-000A372016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35090B-A991-4086-C8B8-49A04491E7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1967A-2CCB-3928-FE36-232C382C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256CD-9852-3C3D-A44E-6EB51D496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228924-89DB-5A37-D355-F6CD95598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9279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93E056-3452-16C1-8CD0-69F19DC5A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7D8A32-72D5-1FFB-5BEB-B08CA218D3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9792A5-6D5A-7EC3-A061-42B5A10CA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7390B5-D7E4-4A9A-ABAD-920B3BD530F5}" type="datetimeFigureOut">
              <a:rPr lang="en-IN" smtClean="0"/>
              <a:t>19-08-2026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734D2-06D7-87E4-EA8E-DF59DC67B7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FD1D0-60EA-EC94-861C-5CA6090DA8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8222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3DBC3A0-E9BE-01C9-C320-38FB5E5CCC4A}"/>
              </a:ext>
            </a:extLst>
          </p:cNvPr>
          <p:cNvCxnSpPr/>
          <p:nvPr/>
        </p:nvCxnSpPr>
        <p:spPr>
          <a:xfrm flipV="1">
            <a:off x="9440562" y="2261286"/>
            <a:ext cx="556054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A71F867-C851-B508-B87A-A6A92093E5EF}"/>
              </a:ext>
            </a:extLst>
          </p:cNvPr>
          <p:cNvCxnSpPr>
            <a:cxnSpLocks/>
          </p:cNvCxnSpPr>
          <p:nvPr/>
        </p:nvCxnSpPr>
        <p:spPr>
          <a:xfrm flipH="1" flipV="1">
            <a:off x="9316995" y="1692876"/>
            <a:ext cx="123567" cy="142102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95E0BE-6A4C-9B32-2BE7-5C1CF513C437}"/>
              </a:ext>
            </a:extLst>
          </p:cNvPr>
          <p:cNvCxnSpPr>
            <a:cxnSpLocks/>
          </p:cNvCxnSpPr>
          <p:nvPr/>
        </p:nvCxnSpPr>
        <p:spPr>
          <a:xfrm flipV="1">
            <a:off x="9440562" y="2261286"/>
            <a:ext cx="216243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EE53C3-E8C4-6E6C-E97F-FFC7745C1FF4}"/>
              </a:ext>
            </a:extLst>
          </p:cNvPr>
          <p:cNvCxnSpPr>
            <a:cxnSpLocks/>
          </p:cNvCxnSpPr>
          <p:nvPr/>
        </p:nvCxnSpPr>
        <p:spPr>
          <a:xfrm flipV="1">
            <a:off x="9456007" y="2261286"/>
            <a:ext cx="1809239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3A5F991-7165-7DF3-98C0-052F970160EF}"/>
              </a:ext>
            </a:extLst>
          </p:cNvPr>
          <p:cNvCxnSpPr>
            <a:cxnSpLocks/>
          </p:cNvCxnSpPr>
          <p:nvPr/>
        </p:nvCxnSpPr>
        <p:spPr>
          <a:xfrm flipH="1" flipV="1">
            <a:off x="8404653" y="2940908"/>
            <a:ext cx="1035909" cy="17299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6AFC5D-A9EA-7632-8980-E38C4CCE1CF2}"/>
              </a:ext>
            </a:extLst>
          </p:cNvPr>
          <p:cNvCxnSpPr>
            <a:cxnSpLocks/>
          </p:cNvCxnSpPr>
          <p:nvPr/>
        </p:nvCxnSpPr>
        <p:spPr>
          <a:xfrm flipH="1" flipV="1">
            <a:off x="9092513" y="2687594"/>
            <a:ext cx="363494" cy="42630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25F1EE2-A541-5FE4-FD24-824F0251214B}"/>
              </a:ext>
            </a:extLst>
          </p:cNvPr>
          <p:cNvCxnSpPr>
            <a:cxnSpLocks/>
          </p:cNvCxnSpPr>
          <p:nvPr/>
        </p:nvCxnSpPr>
        <p:spPr>
          <a:xfrm flipH="1">
            <a:off x="8930330" y="3101545"/>
            <a:ext cx="517955" cy="12356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950C46E-0DCC-0264-F936-277C085DC663}"/>
              </a:ext>
            </a:extLst>
          </p:cNvPr>
          <p:cNvCxnSpPr>
            <a:cxnSpLocks/>
          </p:cNvCxnSpPr>
          <p:nvPr/>
        </p:nvCxnSpPr>
        <p:spPr>
          <a:xfrm flipH="1">
            <a:off x="8083892" y="3101545"/>
            <a:ext cx="1368254" cy="9391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C79EF24-D02B-86CF-3FA6-3D065794F432}"/>
              </a:ext>
            </a:extLst>
          </p:cNvPr>
          <p:cNvCxnSpPr>
            <a:cxnSpLocks/>
          </p:cNvCxnSpPr>
          <p:nvPr/>
        </p:nvCxnSpPr>
        <p:spPr>
          <a:xfrm flipH="1">
            <a:off x="8930330" y="3120080"/>
            <a:ext cx="510232" cy="73522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A0EC9F7-1736-064E-67FB-EB3BEB73127F}"/>
              </a:ext>
            </a:extLst>
          </p:cNvPr>
          <p:cNvCxnSpPr>
            <a:cxnSpLocks/>
          </p:cNvCxnSpPr>
          <p:nvPr/>
        </p:nvCxnSpPr>
        <p:spPr>
          <a:xfrm>
            <a:off x="9448284" y="3126259"/>
            <a:ext cx="517955" cy="1328352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2DF28D8-1A75-F303-5DA2-CE82E3A8EA28}"/>
              </a:ext>
            </a:extLst>
          </p:cNvPr>
          <p:cNvCxnSpPr>
            <a:cxnSpLocks/>
          </p:cNvCxnSpPr>
          <p:nvPr/>
        </p:nvCxnSpPr>
        <p:spPr>
          <a:xfrm>
            <a:off x="9456006" y="3120081"/>
            <a:ext cx="1034881" cy="124185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F5BA831-1E9B-8AE9-B271-ABA9B9651DCE}"/>
              </a:ext>
            </a:extLst>
          </p:cNvPr>
          <p:cNvCxnSpPr>
            <a:cxnSpLocks/>
          </p:cNvCxnSpPr>
          <p:nvPr/>
        </p:nvCxnSpPr>
        <p:spPr>
          <a:xfrm>
            <a:off x="9448283" y="3132437"/>
            <a:ext cx="634831" cy="48191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C1AB479-09BA-13E1-D2E7-87C3122EF520}"/>
              </a:ext>
            </a:extLst>
          </p:cNvPr>
          <p:cNvCxnSpPr>
            <a:cxnSpLocks/>
          </p:cNvCxnSpPr>
          <p:nvPr/>
        </p:nvCxnSpPr>
        <p:spPr>
          <a:xfrm>
            <a:off x="9440562" y="3126258"/>
            <a:ext cx="1421027" cy="61475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17C06D5-8ED0-5317-EF1E-F733CFD3397E}"/>
              </a:ext>
            </a:extLst>
          </p:cNvPr>
          <p:cNvCxnSpPr>
            <a:cxnSpLocks/>
          </p:cNvCxnSpPr>
          <p:nvPr/>
        </p:nvCxnSpPr>
        <p:spPr>
          <a:xfrm flipV="1">
            <a:off x="9448283" y="2947087"/>
            <a:ext cx="1042604" cy="1668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C41525-013F-BE58-96AC-7F0559E1FBFC}"/>
              </a:ext>
            </a:extLst>
          </p:cNvPr>
          <p:cNvCxnSpPr>
            <a:cxnSpLocks/>
          </p:cNvCxnSpPr>
          <p:nvPr/>
        </p:nvCxnSpPr>
        <p:spPr>
          <a:xfrm>
            <a:off x="9440561" y="3129347"/>
            <a:ext cx="1330414" cy="10194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36C3BEE-BA2E-5BE4-224E-5AA7BFE862EF}"/>
              </a:ext>
            </a:extLst>
          </p:cNvPr>
          <p:cNvCxnSpPr/>
          <p:nvPr/>
        </p:nvCxnSpPr>
        <p:spPr>
          <a:xfrm flipV="1">
            <a:off x="2008872" y="3242103"/>
            <a:ext cx="556054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640F6B5-DCD9-013D-FB1D-57015A38F86F}"/>
              </a:ext>
            </a:extLst>
          </p:cNvPr>
          <p:cNvCxnSpPr>
            <a:cxnSpLocks/>
          </p:cNvCxnSpPr>
          <p:nvPr/>
        </p:nvCxnSpPr>
        <p:spPr>
          <a:xfrm flipH="1" flipV="1">
            <a:off x="2080439" y="1396314"/>
            <a:ext cx="123567" cy="142102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4899F63-53B0-75F8-459E-958FF007BECC}"/>
              </a:ext>
            </a:extLst>
          </p:cNvPr>
          <p:cNvCxnSpPr>
            <a:cxnSpLocks/>
          </p:cNvCxnSpPr>
          <p:nvPr/>
        </p:nvCxnSpPr>
        <p:spPr>
          <a:xfrm flipV="1">
            <a:off x="3471347" y="2196413"/>
            <a:ext cx="216243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7F2C19E-363E-5D67-4FA8-BC8C1460C1F0}"/>
              </a:ext>
            </a:extLst>
          </p:cNvPr>
          <p:cNvCxnSpPr>
            <a:cxnSpLocks/>
          </p:cNvCxnSpPr>
          <p:nvPr/>
        </p:nvCxnSpPr>
        <p:spPr>
          <a:xfrm flipV="1">
            <a:off x="2379568" y="1736125"/>
            <a:ext cx="1809239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5015F43-66D0-848B-4DE0-03BC226F58FF}"/>
              </a:ext>
            </a:extLst>
          </p:cNvPr>
          <p:cNvCxnSpPr>
            <a:cxnSpLocks/>
          </p:cNvCxnSpPr>
          <p:nvPr/>
        </p:nvCxnSpPr>
        <p:spPr>
          <a:xfrm flipH="1" flipV="1">
            <a:off x="4133717" y="2330794"/>
            <a:ext cx="1035909" cy="17299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9347FA5-69D4-8F19-E782-CA78DAA28A06}"/>
              </a:ext>
            </a:extLst>
          </p:cNvPr>
          <p:cNvCxnSpPr>
            <a:cxnSpLocks/>
          </p:cNvCxnSpPr>
          <p:nvPr/>
        </p:nvCxnSpPr>
        <p:spPr>
          <a:xfrm flipH="1" flipV="1">
            <a:off x="2792760" y="1424118"/>
            <a:ext cx="363494" cy="42630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697CC13-4F4F-F08A-68C4-2C4CA56BD0E4}"/>
              </a:ext>
            </a:extLst>
          </p:cNvPr>
          <p:cNvCxnSpPr>
            <a:cxnSpLocks/>
          </p:cNvCxnSpPr>
          <p:nvPr/>
        </p:nvCxnSpPr>
        <p:spPr>
          <a:xfrm flipH="1">
            <a:off x="2855246" y="3373394"/>
            <a:ext cx="517955" cy="12356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4860782-2658-7982-7F14-460152872985}"/>
              </a:ext>
            </a:extLst>
          </p:cNvPr>
          <p:cNvCxnSpPr>
            <a:cxnSpLocks/>
          </p:cNvCxnSpPr>
          <p:nvPr/>
        </p:nvCxnSpPr>
        <p:spPr>
          <a:xfrm flipH="1">
            <a:off x="1169004" y="2965619"/>
            <a:ext cx="1368254" cy="9391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807167B-25BF-9B4C-6ADD-E470796684F7}"/>
              </a:ext>
            </a:extLst>
          </p:cNvPr>
          <p:cNvCxnSpPr>
            <a:cxnSpLocks/>
          </p:cNvCxnSpPr>
          <p:nvPr/>
        </p:nvCxnSpPr>
        <p:spPr>
          <a:xfrm flipH="1">
            <a:off x="1950828" y="4287796"/>
            <a:ext cx="510232" cy="73522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E3913DD-3831-FC17-1CB1-5C0B0298F100}"/>
              </a:ext>
            </a:extLst>
          </p:cNvPr>
          <p:cNvCxnSpPr>
            <a:cxnSpLocks/>
          </p:cNvCxnSpPr>
          <p:nvPr/>
        </p:nvCxnSpPr>
        <p:spPr>
          <a:xfrm>
            <a:off x="3300406" y="4065373"/>
            <a:ext cx="517955" cy="1328352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8AA3C1F-7666-17F8-2CA4-43E57E40C84D}"/>
              </a:ext>
            </a:extLst>
          </p:cNvPr>
          <p:cNvCxnSpPr>
            <a:cxnSpLocks/>
          </p:cNvCxnSpPr>
          <p:nvPr/>
        </p:nvCxnSpPr>
        <p:spPr>
          <a:xfrm>
            <a:off x="926754" y="1569308"/>
            <a:ext cx="1034881" cy="124185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4C4342F-649A-D86D-EF9E-ACD515A18B70}"/>
              </a:ext>
            </a:extLst>
          </p:cNvPr>
          <p:cNvCxnSpPr>
            <a:cxnSpLocks/>
          </p:cNvCxnSpPr>
          <p:nvPr/>
        </p:nvCxnSpPr>
        <p:spPr>
          <a:xfrm>
            <a:off x="4389732" y="1424116"/>
            <a:ext cx="634831" cy="48191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B69CDE1-3A62-C589-C2DE-8A2C6D6B5BC3}"/>
              </a:ext>
            </a:extLst>
          </p:cNvPr>
          <p:cNvCxnSpPr>
            <a:cxnSpLocks/>
          </p:cNvCxnSpPr>
          <p:nvPr/>
        </p:nvCxnSpPr>
        <p:spPr>
          <a:xfrm>
            <a:off x="3748599" y="4040660"/>
            <a:ext cx="1421027" cy="61475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330AEA4-4283-E13E-6CC5-B0CD90819DF3}"/>
              </a:ext>
            </a:extLst>
          </p:cNvPr>
          <p:cNvCxnSpPr>
            <a:cxnSpLocks/>
          </p:cNvCxnSpPr>
          <p:nvPr/>
        </p:nvCxnSpPr>
        <p:spPr>
          <a:xfrm flipV="1">
            <a:off x="4133717" y="2900749"/>
            <a:ext cx="1042604" cy="1668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79C0CE0-1665-C50D-A007-EED48F396B5B}"/>
              </a:ext>
            </a:extLst>
          </p:cNvPr>
          <p:cNvCxnSpPr>
            <a:cxnSpLocks/>
          </p:cNvCxnSpPr>
          <p:nvPr/>
        </p:nvCxnSpPr>
        <p:spPr>
          <a:xfrm>
            <a:off x="3626965" y="3435177"/>
            <a:ext cx="1330414" cy="10194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1549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be 12">
            <a:extLst>
              <a:ext uri="{FF2B5EF4-FFF2-40B4-BE49-F238E27FC236}">
                <a16:creationId xmlns:a16="http://schemas.microsoft.com/office/drawing/2014/main" id="{E6DFF7F5-F247-D698-326E-9F4BEFCD4C55}"/>
              </a:ext>
            </a:extLst>
          </p:cNvPr>
          <p:cNvSpPr/>
          <p:nvPr/>
        </p:nvSpPr>
        <p:spPr>
          <a:xfrm>
            <a:off x="4904087" y="2379531"/>
            <a:ext cx="410401" cy="370701"/>
          </a:xfrm>
          <a:prstGeom prst="cube">
            <a:avLst>
              <a:gd name="adj" fmla="val 3356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7ABE476-C247-A4AE-1635-98B89CCA20F1}"/>
              </a:ext>
            </a:extLst>
          </p:cNvPr>
          <p:cNvCxnSpPr>
            <a:cxnSpLocks/>
          </p:cNvCxnSpPr>
          <p:nvPr/>
        </p:nvCxnSpPr>
        <p:spPr>
          <a:xfrm flipV="1">
            <a:off x="3677027" y="2563681"/>
            <a:ext cx="1409092" cy="86531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F2E31E-283A-E03A-17B9-214748EFE87D}"/>
              </a:ext>
            </a:extLst>
          </p:cNvPr>
          <p:cNvCxnSpPr>
            <a:cxnSpLocks/>
          </p:cNvCxnSpPr>
          <p:nvPr/>
        </p:nvCxnSpPr>
        <p:spPr>
          <a:xfrm flipV="1">
            <a:off x="3677027" y="1186249"/>
            <a:ext cx="0" cy="224275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1D76F0-B780-C374-E269-388AFFCB2124}"/>
              </a:ext>
            </a:extLst>
          </p:cNvPr>
          <p:cNvCxnSpPr>
            <a:cxnSpLocks/>
          </p:cNvCxnSpPr>
          <p:nvPr/>
        </p:nvCxnSpPr>
        <p:spPr>
          <a:xfrm>
            <a:off x="3677027" y="3444447"/>
            <a:ext cx="3094479" cy="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0A429E-79C2-2351-8938-07A9F3E52126}"/>
              </a:ext>
            </a:extLst>
          </p:cNvPr>
          <p:cNvCxnSpPr>
            <a:cxnSpLocks/>
          </p:cNvCxnSpPr>
          <p:nvPr/>
        </p:nvCxnSpPr>
        <p:spPr>
          <a:xfrm flipH="1">
            <a:off x="2597150" y="3444447"/>
            <a:ext cx="1079876" cy="1216453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09A0BE-BFF3-2B0F-2663-1A042E7243B6}"/>
                  </a:ext>
                </a:extLst>
              </p:cNvPr>
              <p:cNvSpPr txBox="1"/>
              <p:nvPr/>
            </p:nvSpPr>
            <p:spPr>
              <a:xfrm>
                <a:off x="2738121" y="4537847"/>
                <a:ext cx="3694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09A0BE-BFF3-2B0F-2663-1A042E724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121" y="4537847"/>
                <a:ext cx="369460" cy="369332"/>
              </a:xfrm>
              <a:prstGeom prst="rect">
                <a:avLst/>
              </a:prstGeom>
              <a:blipFill>
                <a:blip r:embed="rId2"/>
                <a:stretch>
                  <a:fillRect l="-11475" r="-1639" b="-98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FCDEC0-9CBC-85FD-D569-6BA5344EAD7F}"/>
                  </a:ext>
                </a:extLst>
              </p:cNvPr>
              <p:cNvSpPr txBox="1"/>
              <p:nvPr/>
            </p:nvSpPr>
            <p:spPr>
              <a:xfrm>
                <a:off x="6402046" y="3498676"/>
                <a:ext cx="378502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FCDEC0-9CBC-85FD-D569-6BA5344EA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046" y="3498676"/>
                <a:ext cx="378502" cy="398507"/>
              </a:xfrm>
              <a:prstGeom prst="rect">
                <a:avLst/>
              </a:prstGeom>
              <a:blipFill>
                <a:blip r:embed="rId3"/>
                <a:stretch>
                  <a:fillRect l="-11290" r="-6452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65F3E0-F8B0-BE11-EC37-E46B3566DA6B}"/>
                  </a:ext>
                </a:extLst>
              </p:cNvPr>
              <p:cNvSpPr txBox="1"/>
              <p:nvPr/>
            </p:nvSpPr>
            <p:spPr>
              <a:xfrm>
                <a:off x="3137088" y="1186249"/>
                <a:ext cx="3539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65F3E0-F8B0-BE11-EC37-E46B3566D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7088" y="1186249"/>
                <a:ext cx="353943" cy="369332"/>
              </a:xfrm>
              <a:prstGeom prst="rect">
                <a:avLst/>
              </a:prstGeom>
              <a:blipFill>
                <a:blip r:embed="rId4"/>
                <a:stretch>
                  <a:fillRect l="-12069" r="-1724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10F50C-3B21-2067-F32D-FCE28527346C}"/>
                  </a:ext>
                </a:extLst>
              </p:cNvPr>
              <p:cNvSpPr txBox="1"/>
              <p:nvPr/>
            </p:nvSpPr>
            <p:spPr>
              <a:xfrm>
                <a:off x="3534616" y="3488033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10F50C-3B21-2067-F32D-FCE2852734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616" y="3488033"/>
                <a:ext cx="284822" cy="369332"/>
              </a:xfrm>
              <a:prstGeom prst="rect">
                <a:avLst/>
              </a:prstGeom>
              <a:blipFill>
                <a:blip r:embed="rId5"/>
                <a:stretch>
                  <a:fillRect l="-25532" r="-21277" b="-655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7CC189-5A88-8A55-DE4B-C6CEEFFF687D}"/>
                  </a:ext>
                </a:extLst>
              </p:cNvPr>
              <p:cNvSpPr txBox="1"/>
              <p:nvPr/>
            </p:nvSpPr>
            <p:spPr>
              <a:xfrm>
                <a:off x="4163920" y="2643826"/>
                <a:ext cx="2532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7CC189-5A88-8A55-DE4B-C6CEEFFF6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920" y="2643826"/>
                <a:ext cx="253274" cy="369332"/>
              </a:xfrm>
              <a:prstGeom prst="rect">
                <a:avLst/>
              </a:prstGeom>
              <a:blipFill>
                <a:blip r:embed="rId6"/>
                <a:stretch>
                  <a:fillRect l="-16667" r="-19048" b="-1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15B81E-6E52-2A31-3D93-FD27798D9CB9}"/>
                  </a:ext>
                </a:extLst>
              </p:cNvPr>
              <p:cNvSpPr txBox="1"/>
              <p:nvPr/>
            </p:nvSpPr>
            <p:spPr>
              <a:xfrm>
                <a:off x="4904087" y="2010199"/>
                <a:ext cx="45204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15B81E-6E52-2A31-3D93-FD27798D9C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4087" y="2010199"/>
                <a:ext cx="452047" cy="369332"/>
              </a:xfrm>
              <a:prstGeom prst="rect">
                <a:avLst/>
              </a:prstGeom>
              <a:blipFill>
                <a:blip r:embed="rId7"/>
                <a:stretch>
                  <a:fillRect l="-14667" r="-8000" b="-83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1904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7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Parag Bhattacharya</dc:creator>
  <cp:lastModifiedBy>Parag Bhattacharya</cp:lastModifiedBy>
  <cp:revision>2</cp:revision>
  <dcterms:created xsi:type="dcterms:W3CDTF">2026-08-19T16:36:44Z</dcterms:created>
  <dcterms:modified xsi:type="dcterms:W3CDTF">2026-08-19T17:27:21Z</dcterms:modified>
</cp:coreProperties>
</file>