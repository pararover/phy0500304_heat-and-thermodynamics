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8A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50" y="2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ircle: Hollow 5">
            <a:extLst>
              <a:ext uri="{FF2B5EF4-FFF2-40B4-BE49-F238E27FC236}">
                <a16:creationId xmlns:a16="http://schemas.microsoft.com/office/drawing/2014/main" id="{EEFDF4C7-AC45-A3D0-1DC4-D2DC1BDE77DC}"/>
              </a:ext>
            </a:extLst>
          </p:cNvPr>
          <p:cNvSpPr/>
          <p:nvPr/>
        </p:nvSpPr>
        <p:spPr>
          <a:xfrm>
            <a:off x="4316628" y="1649628"/>
            <a:ext cx="3558744" cy="3558744"/>
          </a:xfrm>
          <a:prstGeom prst="donut">
            <a:avLst>
              <a:gd name="adj" fmla="val 76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B33153-66C4-3761-64D5-5D8E17111A63}"/>
              </a:ext>
            </a:extLst>
          </p:cNvPr>
          <p:cNvCxnSpPr>
            <a:cxnSpLocks/>
          </p:cNvCxnSpPr>
          <p:nvPr/>
        </p:nvCxnSpPr>
        <p:spPr>
          <a:xfrm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F5EC7F-5090-BC6F-8473-51EAB692F782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49DC70-BC43-74F9-A4B7-270E30DA5442}"/>
              </a:ext>
            </a:extLst>
          </p:cNvPr>
          <p:cNvCxnSpPr>
            <a:cxnSpLocks/>
          </p:cNvCxnSpPr>
          <p:nvPr/>
        </p:nvCxnSpPr>
        <p:spPr>
          <a:xfrm flipV="1">
            <a:off x="6096000" y="2217420"/>
            <a:ext cx="891540" cy="121158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2C3AC5-C371-095E-F336-E42C7FC671B4}"/>
              </a:ext>
            </a:extLst>
          </p:cNvPr>
          <p:cNvCxnSpPr>
            <a:cxnSpLocks/>
          </p:cNvCxnSpPr>
          <p:nvPr/>
        </p:nvCxnSpPr>
        <p:spPr>
          <a:xfrm flipV="1">
            <a:off x="6096000" y="2397125"/>
            <a:ext cx="1447800" cy="103187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/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blipFill>
                <a:blip r:embed="rId2"/>
                <a:stretch>
                  <a:fillRect l="-16667" r="-190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/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r>
                  <a:rPr lang="en-IN" sz="2400" dirty="0"/>
                  <a:t>+d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blipFill>
                <a:blip r:embed="rId3"/>
                <a:stretch>
                  <a:fillRect l="-11607" t="-26667" r="-11607" b="-5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/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blipFill>
                <a:blip r:embed="rId4"/>
                <a:stretch>
                  <a:fillRect l="-11475" r="-1639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/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blipFill>
                <a:blip r:embed="rId5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2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EF53B-4D42-982B-BCF8-079F79408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20140" r="8254" b="9325"/>
          <a:stretch>
            <a:fillRect/>
          </a:stretch>
        </p:blipFill>
        <p:spPr>
          <a:xfrm>
            <a:off x="2598057" y="1168402"/>
            <a:ext cx="7315200" cy="386986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5A85255-046C-8845-BB60-17EDA84904FF}"/>
              </a:ext>
            </a:extLst>
          </p:cNvPr>
          <p:cNvSpPr/>
          <p:nvPr/>
        </p:nvSpPr>
        <p:spPr>
          <a:xfrm>
            <a:off x="6096000" y="2499519"/>
            <a:ext cx="259557" cy="2436018"/>
          </a:xfrm>
          <a:custGeom>
            <a:avLst/>
            <a:gdLst>
              <a:gd name="csX0" fmla="*/ 1618 w 276225"/>
              <a:gd name="csY0" fmla="*/ 0 h 2433635"/>
              <a:gd name="csX1" fmla="*/ 0 w 276225"/>
              <a:gd name="csY1" fmla="*/ 2433635 h 2433635"/>
              <a:gd name="csX2" fmla="*/ 276225 w 276225"/>
              <a:gd name="csY2" fmla="*/ 2433635 h 2433635"/>
              <a:gd name="csX3" fmla="*/ 276225 w 276225"/>
              <a:gd name="csY3" fmla="*/ 414335 h 2433635"/>
              <a:gd name="csX4" fmla="*/ 1618 w 276225"/>
              <a:gd name="csY4" fmla="*/ 0 h 24336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433635">
                <a:moveTo>
                  <a:pt x="1618" y="0"/>
                </a:moveTo>
                <a:cubicBezTo>
                  <a:pt x="-3145" y="812006"/>
                  <a:pt x="4763" y="1621629"/>
                  <a:pt x="0" y="2433635"/>
                </a:cubicBezTo>
                <a:lnTo>
                  <a:pt x="276225" y="2433635"/>
                </a:lnTo>
                <a:lnTo>
                  <a:pt x="276225" y="414335"/>
                </a:lnTo>
                <a:lnTo>
                  <a:pt x="1618" y="0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/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blipFill>
                <a:blip r:embed="rId3"/>
                <a:stretch>
                  <a:fillRect l="-23404" r="-23404"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01FAD-6A55-91DE-A1D9-7C7EE2D1A197}"/>
              </a:ext>
            </a:extLst>
          </p:cNvPr>
          <p:cNvCxnSpPr>
            <a:cxnSpLocks/>
          </p:cNvCxnSpPr>
          <p:nvPr/>
        </p:nvCxnSpPr>
        <p:spPr>
          <a:xfrm>
            <a:off x="2686050" y="4779449"/>
            <a:ext cx="340995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/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blipFill>
                <a:blip r:embed="rId4"/>
                <a:stretch>
                  <a:fillRect l="-17073" r="-1219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9968-D0B6-D8B9-16CF-E4E770A9F8D0}"/>
              </a:ext>
            </a:extLst>
          </p:cNvPr>
          <p:cNvCxnSpPr/>
          <p:nvPr/>
        </p:nvCxnSpPr>
        <p:spPr>
          <a:xfrm>
            <a:off x="5676900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F5C09C-64BB-3CF4-C7FE-862ACA8F55DD}"/>
              </a:ext>
            </a:extLst>
          </p:cNvPr>
          <p:cNvCxnSpPr>
            <a:cxnSpLocks/>
          </p:cNvCxnSpPr>
          <p:nvPr/>
        </p:nvCxnSpPr>
        <p:spPr>
          <a:xfrm flipH="1">
            <a:off x="6348425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/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b="0" dirty="0"/>
                  <a:t>d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blipFill>
                <a:blip r:embed="rId5"/>
                <a:stretch>
                  <a:fillRect l="-54545" t="-24590" r="-20000" b="-491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/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</m:den>
                      </m:f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853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063619A-160E-8817-590B-ED216CF5DA63}"/>
              </a:ext>
            </a:extLst>
          </p:cNvPr>
          <p:cNvSpPr/>
          <p:nvPr/>
        </p:nvSpPr>
        <p:spPr>
          <a:xfrm>
            <a:off x="2868440" y="16928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1FBAF93-F701-8FE2-2CED-5EE1462FB2A5}"/>
              </a:ext>
            </a:extLst>
          </p:cNvPr>
          <p:cNvSpPr/>
          <p:nvPr/>
        </p:nvSpPr>
        <p:spPr>
          <a:xfrm>
            <a:off x="4495482" y="13787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F67D03-E084-5733-9950-7B183F19A6BD}"/>
              </a:ext>
            </a:extLst>
          </p:cNvPr>
          <p:cNvSpPr/>
          <p:nvPr/>
        </p:nvSpPr>
        <p:spPr>
          <a:xfrm>
            <a:off x="3497112" y="242702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AFAFD1-32E6-E777-2AAF-510CF2BED646}"/>
              </a:ext>
            </a:extLst>
          </p:cNvPr>
          <p:cNvSpPr/>
          <p:nvPr/>
        </p:nvSpPr>
        <p:spPr>
          <a:xfrm>
            <a:off x="4252331" y="199019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6D434B-5108-683D-959F-43397F1E4AB1}"/>
              </a:ext>
            </a:extLst>
          </p:cNvPr>
          <p:cNvSpPr/>
          <p:nvPr/>
        </p:nvSpPr>
        <p:spPr>
          <a:xfrm>
            <a:off x="2986881" y="315432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472EB5-B86C-D428-A7CA-467F0CC7D5CD}"/>
              </a:ext>
            </a:extLst>
          </p:cNvPr>
          <p:cNvSpPr/>
          <p:nvPr/>
        </p:nvSpPr>
        <p:spPr>
          <a:xfrm>
            <a:off x="3973758" y="350314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74934C-1C2D-70EF-2C5F-A1059CB56D2A}"/>
              </a:ext>
            </a:extLst>
          </p:cNvPr>
          <p:cNvSpPr/>
          <p:nvPr/>
        </p:nvSpPr>
        <p:spPr>
          <a:xfrm>
            <a:off x="3204519" y="407155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72E0C0-5AEE-E8C9-B343-DD9E123C27BE}"/>
              </a:ext>
            </a:extLst>
          </p:cNvPr>
          <p:cNvSpPr/>
          <p:nvPr/>
        </p:nvSpPr>
        <p:spPr>
          <a:xfrm>
            <a:off x="4338894" y="465231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DFB920-EB58-B2F5-CA28-53268EFD7DF1}"/>
              </a:ext>
            </a:extLst>
          </p:cNvPr>
          <p:cNvSpPr/>
          <p:nvPr/>
        </p:nvSpPr>
        <p:spPr>
          <a:xfrm>
            <a:off x="4742066" y="385788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D56427-BE32-05AC-28F5-6EFDD2D951A5}"/>
              </a:ext>
            </a:extLst>
          </p:cNvPr>
          <p:cNvSpPr/>
          <p:nvPr/>
        </p:nvSpPr>
        <p:spPr>
          <a:xfrm>
            <a:off x="6121538" y="471654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0BD889-08F3-6245-D33A-DD83465383BF}"/>
              </a:ext>
            </a:extLst>
          </p:cNvPr>
          <p:cNvSpPr/>
          <p:nvPr/>
        </p:nvSpPr>
        <p:spPr>
          <a:xfrm>
            <a:off x="4696050" y="242392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5333B16-41DA-9C3F-664C-BB71EE8C1475}"/>
              </a:ext>
            </a:extLst>
          </p:cNvPr>
          <p:cNvSpPr/>
          <p:nvPr/>
        </p:nvSpPr>
        <p:spPr>
          <a:xfrm>
            <a:off x="5120574" y="173176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5836BF-DDD7-13D0-5F31-831C40A2EB27}"/>
              </a:ext>
            </a:extLst>
          </p:cNvPr>
          <p:cNvSpPr/>
          <p:nvPr/>
        </p:nvSpPr>
        <p:spPr>
          <a:xfrm>
            <a:off x="5947493" y="1424565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98B3FB6-2BAA-9531-28ED-6704E44AA291}"/>
              </a:ext>
            </a:extLst>
          </p:cNvPr>
          <p:cNvSpPr/>
          <p:nvPr/>
        </p:nvSpPr>
        <p:spPr>
          <a:xfrm>
            <a:off x="5691283" y="263193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F3913D-B18A-D399-B3E3-CBD2217CEB78}"/>
              </a:ext>
            </a:extLst>
          </p:cNvPr>
          <p:cNvSpPr/>
          <p:nvPr/>
        </p:nvSpPr>
        <p:spPr>
          <a:xfrm>
            <a:off x="5891502" y="339749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F6C563-EAA2-5910-1FE2-885D36E3E4F1}"/>
              </a:ext>
            </a:extLst>
          </p:cNvPr>
          <p:cNvSpPr/>
          <p:nvPr/>
        </p:nvSpPr>
        <p:spPr>
          <a:xfrm>
            <a:off x="6785663" y="177837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03A453C-C39A-5260-A541-3ADD67DC02EF}"/>
              </a:ext>
            </a:extLst>
          </p:cNvPr>
          <p:cNvSpPr/>
          <p:nvPr/>
        </p:nvSpPr>
        <p:spPr>
          <a:xfrm>
            <a:off x="7208108" y="303915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BEA62BA-B8BD-1082-C759-86EDD62BD144}"/>
              </a:ext>
            </a:extLst>
          </p:cNvPr>
          <p:cNvSpPr/>
          <p:nvPr/>
        </p:nvSpPr>
        <p:spPr>
          <a:xfrm>
            <a:off x="5659170" y="417719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26AF821-92DB-4F09-2C21-46C4E1304672}"/>
              </a:ext>
            </a:extLst>
          </p:cNvPr>
          <p:cNvSpPr/>
          <p:nvPr/>
        </p:nvSpPr>
        <p:spPr>
          <a:xfrm>
            <a:off x="6748404" y="388696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9E6C731-E624-A143-D8EA-46B6C400DB98}"/>
              </a:ext>
            </a:extLst>
          </p:cNvPr>
          <p:cNvSpPr/>
          <p:nvPr/>
        </p:nvSpPr>
        <p:spPr>
          <a:xfrm>
            <a:off x="6847698" y="27744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A8FE8F-80E4-9304-9260-90889AE23D25}"/>
              </a:ext>
            </a:extLst>
          </p:cNvPr>
          <p:cNvSpPr/>
          <p:nvPr/>
        </p:nvSpPr>
        <p:spPr>
          <a:xfrm>
            <a:off x="7613372" y="15336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0443CD1-6497-E5B7-AF99-66FF600D63B2}"/>
              </a:ext>
            </a:extLst>
          </p:cNvPr>
          <p:cNvSpPr/>
          <p:nvPr/>
        </p:nvSpPr>
        <p:spPr>
          <a:xfrm>
            <a:off x="7923339" y="235671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0CDC632-7A0D-64C6-3320-57D5BBC61178}"/>
              </a:ext>
            </a:extLst>
          </p:cNvPr>
          <p:cNvSpPr/>
          <p:nvPr/>
        </p:nvSpPr>
        <p:spPr>
          <a:xfrm>
            <a:off x="8028983" y="350276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03CA952-97C6-7C6A-7834-1FCA2DC6C16A}"/>
              </a:ext>
            </a:extLst>
          </p:cNvPr>
          <p:cNvSpPr/>
          <p:nvPr/>
        </p:nvSpPr>
        <p:spPr>
          <a:xfrm>
            <a:off x="7548282" y="435715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EF665F2-758F-F7C6-4ED7-F71310187D3C}"/>
              </a:ext>
            </a:extLst>
          </p:cNvPr>
          <p:cNvSpPr/>
          <p:nvPr/>
        </p:nvSpPr>
        <p:spPr>
          <a:xfrm>
            <a:off x="8991332" y="315208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72AB187-A57E-CF10-56FD-025001273BF8}"/>
              </a:ext>
            </a:extLst>
          </p:cNvPr>
          <p:cNvSpPr/>
          <p:nvPr/>
        </p:nvSpPr>
        <p:spPr>
          <a:xfrm>
            <a:off x="8784207" y="190416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AECE0D-5899-077A-8A95-B30581DC3E48}"/>
              </a:ext>
            </a:extLst>
          </p:cNvPr>
          <p:cNvCxnSpPr>
            <a:cxnSpLocks/>
          </p:cNvCxnSpPr>
          <p:nvPr/>
        </p:nvCxnSpPr>
        <p:spPr>
          <a:xfrm flipH="1" flipV="1">
            <a:off x="3183102" y="3302916"/>
            <a:ext cx="534394" cy="141362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8C4661-161E-5478-7F31-79995B0E2E3E}"/>
              </a:ext>
            </a:extLst>
          </p:cNvPr>
          <p:cNvCxnSpPr>
            <a:cxnSpLocks/>
          </p:cNvCxnSpPr>
          <p:nvPr/>
        </p:nvCxnSpPr>
        <p:spPr>
          <a:xfrm flipV="1">
            <a:off x="3187700" y="2198829"/>
            <a:ext cx="1165513" cy="111269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87F2B95-81B2-3B0C-D14B-1D74338C1E1E}"/>
              </a:ext>
            </a:extLst>
          </p:cNvPr>
          <p:cNvCxnSpPr>
            <a:cxnSpLocks/>
          </p:cNvCxnSpPr>
          <p:nvPr/>
        </p:nvCxnSpPr>
        <p:spPr>
          <a:xfrm>
            <a:off x="4348451" y="2201210"/>
            <a:ext cx="353262" cy="36815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727D8A2-A119-008A-280A-8BE75CBCC53B}"/>
              </a:ext>
            </a:extLst>
          </p:cNvPr>
          <p:cNvCxnSpPr>
            <a:cxnSpLocks/>
          </p:cNvCxnSpPr>
          <p:nvPr/>
        </p:nvCxnSpPr>
        <p:spPr>
          <a:xfrm>
            <a:off x="4696500" y="2564607"/>
            <a:ext cx="149021" cy="129327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94487A1-724C-DE4B-E34C-98670ABF4D10}"/>
              </a:ext>
            </a:extLst>
          </p:cNvPr>
          <p:cNvCxnSpPr>
            <a:cxnSpLocks/>
          </p:cNvCxnSpPr>
          <p:nvPr/>
        </p:nvCxnSpPr>
        <p:spPr>
          <a:xfrm flipV="1">
            <a:off x="4845521" y="1933575"/>
            <a:ext cx="413469" cy="192430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AF1C399-7B1B-E669-E219-D19D64ADD8B4}"/>
              </a:ext>
            </a:extLst>
          </p:cNvPr>
          <p:cNvCxnSpPr>
            <a:cxnSpLocks/>
          </p:cNvCxnSpPr>
          <p:nvPr/>
        </p:nvCxnSpPr>
        <p:spPr>
          <a:xfrm>
            <a:off x="5256609" y="1938337"/>
            <a:ext cx="2672055" cy="50991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60C5BE-376F-D58A-72A3-FAFABAD5584D}"/>
              </a:ext>
            </a:extLst>
          </p:cNvPr>
          <p:cNvCxnSpPr>
            <a:cxnSpLocks/>
          </p:cNvCxnSpPr>
          <p:nvPr/>
        </p:nvCxnSpPr>
        <p:spPr>
          <a:xfrm flipH="1">
            <a:off x="5896264" y="2445316"/>
            <a:ext cx="2026400" cy="30692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C4EBE37-3208-2769-E553-99D751DE3AB3}"/>
              </a:ext>
            </a:extLst>
          </p:cNvPr>
          <p:cNvCxnSpPr>
            <a:cxnSpLocks/>
          </p:cNvCxnSpPr>
          <p:nvPr/>
        </p:nvCxnSpPr>
        <p:spPr>
          <a:xfrm>
            <a:off x="5904116" y="2752245"/>
            <a:ext cx="890523" cy="11549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81602B-DBC5-87D7-A28D-8DB17C3AB407}"/>
              </a:ext>
            </a:extLst>
          </p:cNvPr>
          <p:cNvCxnSpPr>
            <a:cxnSpLocks/>
          </p:cNvCxnSpPr>
          <p:nvPr/>
        </p:nvCxnSpPr>
        <p:spPr>
          <a:xfrm flipH="1" flipV="1">
            <a:off x="6121538" y="1598738"/>
            <a:ext cx="669840" cy="230526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B3B3AC3-7746-A059-D18F-71E7659A69F2}"/>
              </a:ext>
            </a:extLst>
          </p:cNvPr>
          <p:cNvCxnSpPr>
            <a:cxnSpLocks/>
          </p:cNvCxnSpPr>
          <p:nvPr/>
        </p:nvCxnSpPr>
        <p:spPr>
          <a:xfrm>
            <a:off x="6124232" y="1604692"/>
            <a:ext cx="1529694" cy="10607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1AA45C-FCDD-D2DD-8065-D02573256054}"/>
              </a:ext>
            </a:extLst>
          </p:cNvPr>
          <p:cNvCxnSpPr>
            <a:cxnSpLocks/>
          </p:cNvCxnSpPr>
          <p:nvPr/>
        </p:nvCxnSpPr>
        <p:spPr>
          <a:xfrm>
            <a:off x="7644540" y="1713151"/>
            <a:ext cx="1348574" cy="154845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0FEA67F-35FA-0172-8E4E-4DF7ED308865}"/>
              </a:ext>
            </a:extLst>
          </p:cNvPr>
          <p:cNvSpPr txBox="1"/>
          <p:nvPr/>
        </p:nvSpPr>
        <p:spPr>
          <a:xfrm>
            <a:off x="3217564" y="320884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  <a:endParaRPr lang="en-IN" sz="12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D1E488-D95A-699B-0618-B2EC195B93FB}"/>
              </a:ext>
            </a:extLst>
          </p:cNvPr>
          <p:cNvSpPr txBox="1"/>
          <p:nvPr/>
        </p:nvSpPr>
        <p:spPr>
          <a:xfrm>
            <a:off x="4065418" y="2037996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</a:t>
            </a:r>
            <a:endParaRPr lang="en-IN" sz="12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774DD07-2F53-2310-1C20-D4A346EAD71A}"/>
              </a:ext>
            </a:extLst>
          </p:cNvPr>
          <p:cNvSpPr txBox="1"/>
          <p:nvPr/>
        </p:nvSpPr>
        <p:spPr>
          <a:xfrm>
            <a:off x="4655084" y="219027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</a:t>
            </a:r>
            <a:endParaRPr lang="en-IN" sz="12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14823B-0CDA-A24E-65AF-C260022A4FC1}"/>
              </a:ext>
            </a:extLst>
          </p:cNvPr>
          <p:cNvSpPr txBox="1"/>
          <p:nvPr/>
        </p:nvSpPr>
        <p:spPr>
          <a:xfrm>
            <a:off x="4617342" y="365988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</a:t>
            </a:r>
            <a:endParaRPr lang="en-IN" sz="12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DB5424C-08BB-E003-4A87-F86CDB8FDBC6}"/>
              </a:ext>
            </a:extLst>
          </p:cNvPr>
          <p:cNvSpPr txBox="1"/>
          <p:nvPr/>
        </p:nvSpPr>
        <p:spPr>
          <a:xfrm>
            <a:off x="5016202" y="1876561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5</a:t>
            </a:r>
            <a:endParaRPr lang="en-IN" sz="12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BF435A-433D-9FAD-B25E-C689B82B2127}"/>
              </a:ext>
            </a:extLst>
          </p:cNvPr>
          <p:cNvSpPr txBox="1"/>
          <p:nvPr/>
        </p:nvSpPr>
        <p:spPr>
          <a:xfrm>
            <a:off x="7784867" y="244059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6</a:t>
            </a:r>
            <a:endParaRPr lang="en-IN" sz="12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BFDB68-AEE9-7918-76B0-68AED3073CB1}"/>
              </a:ext>
            </a:extLst>
          </p:cNvPr>
          <p:cNvSpPr txBox="1"/>
          <p:nvPr/>
        </p:nvSpPr>
        <p:spPr>
          <a:xfrm>
            <a:off x="5856363" y="244824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  <a:endParaRPr lang="en-IN" sz="12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5B1AE8-AE0E-DB8F-4CF7-E3E2EF20B953}"/>
              </a:ext>
            </a:extLst>
          </p:cNvPr>
          <p:cNvSpPr txBox="1"/>
          <p:nvPr/>
        </p:nvSpPr>
        <p:spPr>
          <a:xfrm>
            <a:off x="6562530" y="380732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8</a:t>
            </a:r>
            <a:endParaRPr lang="en-IN" sz="12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CF831D-D0A7-D75E-5007-777411798891}"/>
              </a:ext>
            </a:extLst>
          </p:cNvPr>
          <p:cNvSpPr txBox="1"/>
          <p:nvPr/>
        </p:nvSpPr>
        <p:spPr>
          <a:xfrm>
            <a:off x="5926231" y="160701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</a:t>
            </a:r>
            <a:endParaRPr lang="en-IN" sz="1200" b="1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1F36E56-3F8F-0FD2-2E2C-275E03F4C3C2}"/>
              </a:ext>
            </a:extLst>
          </p:cNvPr>
          <p:cNvSpPr txBox="1"/>
          <p:nvPr/>
        </p:nvSpPr>
        <p:spPr>
          <a:xfrm>
            <a:off x="7289453" y="1416220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10</a:t>
            </a:r>
            <a:endParaRPr lang="en-IN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/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blipFill>
                <a:blip r:embed="rId2"/>
                <a:stretch>
                  <a:fillRect l="-20000" r="-2857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/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blipFill>
                <a:blip r:embed="rId3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/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blipFill>
                <a:blip r:embed="rId4"/>
                <a:stretch>
                  <a:fillRect l="-22857" r="-5714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/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blipFill>
                <a:blip r:embed="rId5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/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blipFill>
                <a:blip r:embed="rId6"/>
                <a:stretch>
                  <a:fillRect l="-20000" r="-8571" b="-171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/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blipFill>
                <a:blip r:embed="rId7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/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blipFill>
                <a:blip r:embed="rId8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/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blipFill>
                <a:blip r:embed="rId9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/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blipFill>
                <a:blip r:embed="rId10"/>
                <a:stretch>
                  <a:fillRect l="-16667" r="-5556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4FC5167-E50A-BDAF-A442-4B672C396C22}"/>
              </a:ext>
            </a:extLst>
          </p:cNvPr>
          <p:cNvCxnSpPr>
            <a:cxnSpLocks/>
          </p:cNvCxnSpPr>
          <p:nvPr/>
        </p:nvCxnSpPr>
        <p:spPr>
          <a:xfrm flipH="1">
            <a:off x="8656320" y="3256802"/>
            <a:ext cx="330496" cy="9423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/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blipFill>
                <a:blip r:embed="rId11"/>
                <a:stretch>
                  <a:fillRect l="-17021" r="-2128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5">
            <a:extLst>
              <a:ext uri="{FF2B5EF4-FFF2-40B4-BE49-F238E27FC236}">
                <a16:creationId xmlns:a16="http://schemas.microsoft.com/office/drawing/2014/main" id="{277FF5D1-1F13-DAF1-CE4F-4424B036D36A}"/>
              </a:ext>
            </a:extLst>
          </p:cNvPr>
          <p:cNvSpPr txBox="1"/>
          <p:nvPr/>
        </p:nvSpPr>
        <p:spPr>
          <a:xfrm>
            <a:off x="8595911" y="3146448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11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354400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/>
          <p:cNvSpPr>
            <a:spLocks noChangeAspect="1"/>
          </p:cNvSpPr>
          <p:nvPr/>
        </p:nvSpPr>
        <p:spPr>
          <a:xfrm>
            <a:off x="9770455" y="18032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rgbClr val="C00000"/>
              </a:gs>
              <a:gs pos="5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>
            <a:spLocks noChangeAspect="1"/>
          </p:cNvSpPr>
          <p:nvPr/>
        </p:nvSpPr>
        <p:spPr>
          <a:xfrm>
            <a:off x="7482611" y="440421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>
            <a:spLocks noChangeAspect="1"/>
          </p:cNvSpPr>
          <p:nvPr/>
        </p:nvSpPr>
        <p:spPr>
          <a:xfrm>
            <a:off x="6617162" y="11428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>
            <a:spLocks noChangeAspect="1"/>
          </p:cNvSpPr>
          <p:nvPr/>
        </p:nvSpPr>
        <p:spPr>
          <a:xfrm>
            <a:off x="76754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>
            <a:spLocks noChangeAspect="1"/>
          </p:cNvSpPr>
          <p:nvPr/>
        </p:nvSpPr>
        <p:spPr>
          <a:xfrm>
            <a:off x="220772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>
            <a:spLocks noChangeAspect="1"/>
          </p:cNvSpPr>
          <p:nvPr/>
        </p:nvSpPr>
        <p:spPr>
          <a:xfrm>
            <a:off x="805642" y="2240135"/>
            <a:ext cx="2880000" cy="2880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>
            <a:spLocks noChangeAspect="1"/>
          </p:cNvSpPr>
          <p:nvPr/>
        </p:nvSpPr>
        <p:spPr>
          <a:xfrm>
            <a:off x="1525642" y="296013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n 7"/>
          <p:cNvSpPr/>
          <p:nvPr/>
        </p:nvSpPr>
        <p:spPr>
          <a:xfrm rot="16200000">
            <a:off x="7254420" y="620688"/>
            <a:ext cx="2880000" cy="6121400"/>
          </a:xfrm>
          <a:prstGeom prst="can">
            <a:avLst>
              <a:gd name="adj" fmla="val 46615"/>
            </a:avLst>
          </a:prstGeom>
          <a:solidFill>
            <a:schemeClr val="accent1">
              <a:alpha val="4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>
            <a:spLocks noChangeAspect="1"/>
          </p:cNvSpPr>
          <p:nvPr/>
        </p:nvSpPr>
        <p:spPr>
          <a:xfrm>
            <a:off x="4294242" y="2961387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rot="16200000">
            <a:off x="7913462" y="961046"/>
            <a:ext cx="1440000" cy="5440683"/>
          </a:xfrm>
          <a:prstGeom prst="can">
            <a:avLst>
              <a:gd name="adj" fmla="val 46615"/>
            </a:avLst>
          </a:prstGeom>
          <a:solidFill>
            <a:schemeClr val="accent1">
              <a:alpha val="50000"/>
            </a:schemeClr>
          </a:solidFill>
          <a:ln w="9525">
            <a:solidFill>
              <a:schemeClr val="bg2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4005349" y="3685308"/>
            <a:ext cx="8007927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>
            <a:spLocks noChangeAspect="1"/>
          </p:cNvSpPr>
          <p:nvPr/>
        </p:nvSpPr>
        <p:spPr>
          <a:xfrm>
            <a:off x="9242144" y="5193924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8202930" y="36880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734242" y="3685197"/>
            <a:ext cx="697038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7333488" y="1838960"/>
            <a:ext cx="0" cy="18468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10490083" y="2529840"/>
            <a:ext cx="0" cy="1158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961079" y="3685540"/>
            <a:ext cx="0" cy="2232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rot="16200000" flipV="1">
            <a:off x="2226772" y="43711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251710" y="22402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endCxn id="5" idx="6"/>
          </p:cNvCxnSpPr>
          <p:nvPr/>
        </p:nvCxnSpPr>
        <p:spPr>
          <a:xfrm>
            <a:off x="2251710" y="3672840"/>
            <a:ext cx="713932" cy="72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blipFill>
                <a:blip r:embed="rId2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blipFill>
                <a:blip r:embed="rId3"/>
                <a:stretch>
                  <a:fillRect l="-18519" r="-1481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blipFill>
                <a:blip r:embed="rId4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blipFill>
                <a:blip r:embed="rId5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blipFill>
                <a:blip r:embed="rId6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blipFill>
                <a:blip r:embed="rId7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blipFill>
                <a:blip r:embed="rId8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blipFill>
                <a:blip r:embed="rId9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/>
          <p:cNvCxnSpPr/>
          <p:nvPr/>
        </p:nvCxnSpPr>
        <p:spPr>
          <a:xfrm flipV="1">
            <a:off x="6333028" y="77966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11129818" y="78347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32220" y="906780"/>
            <a:ext cx="479298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blipFill>
                <a:blip r:embed="rId10"/>
                <a:stretch>
                  <a:fillRect r="-729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8181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/>
          <p:cNvCxnSpPr/>
          <p:nvPr/>
        </p:nvCxnSpPr>
        <p:spPr>
          <a:xfrm flipV="1">
            <a:off x="2565588" y="106218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2565588" y="303195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c 5"/>
          <p:cNvSpPr/>
          <p:nvPr/>
        </p:nvSpPr>
        <p:spPr>
          <a:xfrm>
            <a:off x="2971800" y="2707640"/>
            <a:ext cx="340360" cy="695960"/>
          </a:xfrm>
          <a:prstGeom prst="arc">
            <a:avLst>
              <a:gd name="adj1" fmla="val 17004971"/>
              <a:gd name="adj2" fmla="val 418290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057400" y="275272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O</a:t>
            </a:r>
            <a:endParaRPr lang="en-US" sz="28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V="1">
            <a:off x="6893560" y="1064260"/>
            <a:ext cx="7620" cy="393446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6720840" y="4916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endParaRPr lang="en-US" sz="28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0840" y="598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  <a:endParaRPr lang="en-US" sz="28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295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42</Words>
  <Application>Microsoft Office PowerPoint</Application>
  <PresentationFormat>Widescreen</PresentationFormat>
  <Paragraphs>51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Parag Bhattacharya</dc:creator>
  <cp:lastModifiedBy>Asus</cp:lastModifiedBy>
  <cp:revision>24</cp:revision>
  <dcterms:created xsi:type="dcterms:W3CDTF">2026-08-19T16:36:44Z</dcterms:created>
  <dcterms:modified xsi:type="dcterms:W3CDTF">2026-08-28T08:57:58Z</dcterms:modified>
</cp:coreProperties>
</file>