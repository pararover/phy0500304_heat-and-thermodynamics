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1056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4FC8C-0B6F-0971-B7C4-C0C0C342D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708-E583-B53C-8DBF-407A11A7F9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65665-ACCC-7B2E-226E-5C8381649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7790B-81EB-2E5A-9473-14877EA5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2833B-1579-2F64-3769-1736A840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90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6C9F-6F28-A31F-4338-194DC90D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C6261-DDFA-DD90-4CB4-FB3859D01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5BC70-A58C-346F-78CF-B20400011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A9A2F-3643-3C3A-38B8-5CFE6F6B5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D52C9-7BEA-20FB-DEDB-91FAFE51E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230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1920-2748-C59E-2DCC-DACE99F3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B7159-63FA-7BBB-1F19-A3098B1B2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D43D7-45E6-79CE-6068-A33A78847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06444-E1AE-1F2D-502F-8F826A04B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49146-1C60-B9FF-AC13-83F4C949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2875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35DBD-9FAA-D354-0835-66A05CC00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1B4DE-5B64-AA70-5977-570846A10C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AFB915-086A-EFD1-42DD-012480D97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6E3F9F-C089-D9AE-E71E-F8EE62965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DED89-C33F-D065-5C2E-CCA442130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2C45F-93EF-2CA6-ED89-0B031BED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400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2673F-2D1A-7FD4-9D26-5C290C71D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A9612-4F67-43D8-57B8-F5557C804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6CD6-1583-1184-21F8-ED3DCC10E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22DD41-06F4-B907-4E37-44255607BC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E37BC-E083-9466-A4A2-F88B3E2E5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F54B63-F889-37D9-529B-2E55F0A6F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B079-E875-FF66-75BD-031F8D43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BAF61C-7815-A267-FEE7-3CDF417D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2423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7DB-C6AC-07B4-AA53-DB36104F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3C5254-6249-6A6E-9F8B-57DB7E6B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F0B22-100D-D1C5-911B-B38DE319B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3D9F55-3864-3B93-73EE-72BB89338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385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531BD-8F1D-6E3F-62D1-04218546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7C824-F115-3ED4-AF40-2970CCFE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ACC26-48DB-137B-7730-BBA11E1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8555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F1F-51FA-952A-FE77-C72E4D59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0C7C8-B450-3145-E7EA-99CAC1302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C5FB3-E4C2-E13F-966F-D1CC4C8A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AD840-B5FA-AC49-F76B-F529B7E15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57FA6-2678-07FC-4BA5-44408AD42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48DAD-2181-1F9C-C2DD-F8889A1F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578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1DE8-E098-E7F9-F89C-689C2D2F7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8450DE-F969-B8B0-3CFF-C0C5FA9C25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F666-685D-D4A0-50B2-167A87366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4938FF-764A-0BED-4474-63C5E33F0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298C6-1FE1-E788-115F-C1216ED01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7CFF2-766C-3EB0-DB57-E168B7E6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9628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A57E1-F87F-8BC4-DE79-C13F46A0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201731-9B48-3ABA-00F1-7FD44ED25E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D901A-26C9-D3FB-0E5D-45EF7D8C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21655-00BD-3234-A977-FA40FAB9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FBEEF7-4D06-4345-5393-E8FE57B25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7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137D0-0FCA-6929-1DD5-000A37201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35090B-A991-4086-C8B8-49A04491E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1967A-2CCB-3928-FE36-232C382C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256CD-9852-3C3D-A44E-6EB51D496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28924-89DB-5A37-D355-F6CD9559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9279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93E056-3452-16C1-8CD0-69F19DC5A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7D8A32-72D5-1FFB-5BEB-B08CA218D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792A5-6D5A-7EC3-A061-42B5A10CA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390B5-D7E4-4A9A-ABAD-920B3BD530F5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734D2-06D7-87E4-EA8E-DF59DC67B7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FD1D0-60EA-EC94-861C-5CA6090DA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8222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3DBC3A0-E9BE-01C9-C320-38FB5E5CCC4A}"/>
              </a:ext>
            </a:extLst>
          </p:cNvPr>
          <p:cNvCxnSpPr/>
          <p:nvPr/>
        </p:nvCxnSpPr>
        <p:spPr>
          <a:xfrm flipV="1">
            <a:off x="9440562" y="2261286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71F867-C851-B508-B87A-A6A92093E5EF}"/>
              </a:ext>
            </a:extLst>
          </p:cNvPr>
          <p:cNvCxnSpPr>
            <a:cxnSpLocks/>
          </p:cNvCxnSpPr>
          <p:nvPr/>
        </p:nvCxnSpPr>
        <p:spPr>
          <a:xfrm flipH="1" flipV="1">
            <a:off x="9316995" y="1692876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95E0BE-6A4C-9B32-2BE7-5C1CF513C437}"/>
              </a:ext>
            </a:extLst>
          </p:cNvPr>
          <p:cNvCxnSpPr>
            <a:cxnSpLocks/>
          </p:cNvCxnSpPr>
          <p:nvPr/>
        </p:nvCxnSpPr>
        <p:spPr>
          <a:xfrm flipV="1">
            <a:off x="9440562" y="2261286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EE53C3-E8C4-6E6C-E97F-FFC7745C1FF4}"/>
              </a:ext>
            </a:extLst>
          </p:cNvPr>
          <p:cNvCxnSpPr>
            <a:cxnSpLocks/>
          </p:cNvCxnSpPr>
          <p:nvPr/>
        </p:nvCxnSpPr>
        <p:spPr>
          <a:xfrm flipV="1">
            <a:off x="9456007" y="2261286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A5F991-7165-7DF3-98C0-052F970160EF}"/>
              </a:ext>
            </a:extLst>
          </p:cNvPr>
          <p:cNvCxnSpPr>
            <a:cxnSpLocks/>
          </p:cNvCxnSpPr>
          <p:nvPr/>
        </p:nvCxnSpPr>
        <p:spPr>
          <a:xfrm flipH="1" flipV="1">
            <a:off x="8404653" y="2940908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6AFC5D-A9EA-7632-8980-E38C4CCE1CF2}"/>
              </a:ext>
            </a:extLst>
          </p:cNvPr>
          <p:cNvCxnSpPr>
            <a:cxnSpLocks/>
          </p:cNvCxnSpPr>
          <p:nvPr/>
        </p:nvCxnSpPr>
        <p:spPr>
          <a:xfrm flipH="1" flipV="1">
            <a:off x="9092513" y="2687594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5F1EE2-A541-5FE4-FD24-824F0251214B}"/>
              </a:ext>
            </a:extLst>
          </p:cNvPr>
          <p:cNvCxnSpPr>
            <a:cxnSpLocks/>
          </p:cNvCxnSpPr>
          <p:nvPr/>
        </p:nvCxnSpPr>
        <p:spPr>
          <a:xfrm flipH="1">
            <a:off x="8930330" y="3101545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950C46E-0DCC-0264-F936-277C085DC663}"/>
              </a:ext>
            </a:extLst>
          </p:cNvPr>
          <p:cNvCxnSpPr>
            <a:cxnSpLocks/>
          </p:cNvCxnSpPr>
          <p:nvPr/>
        </p:nvCxnSpPr>
        <p:spPr>
          <a:xfrm flipH="1">
            <a:off x="8083892" y="3101545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C79EF24-D02B-86CF-3FA6-3D065794F432}"/>
              </a:ext>
            </a:extLst>
          </p:cNvPr>
          <p:cNvCxnSpPr>
            <a:cxnSpLocks/>
          </p:cNvCxnSpPr>
          <p:nvPr/>
        </p:nvCxnSpPr>
        <p:spPr>
          <a:xfrm flipH="1">
            <a:off x="8930330" y="3120080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0EC9F7-1736-064E-67FB-EB3BEB73127F}"/>
              </a:ext>
            </a:extLst>
          </p:cNvPr>
          <p:cNvCxnSpPr>
            <a:cxnSpLocks/>
          </p:cNvCxnSpPr>
          <p:nvPr/>
        </p:nvCxnSpPr>
        <p:spPr>
          <a:xfrm>
            <a:off x="9448284" y="3126259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DF28D8-1A75-F303-5DA2-CE82E3A8EA28}"/>
              </a:ext>
            </a:extLst>
          </p:cNvPr>
          <p:cNvCxnSpPr>
            <a:cxnSpLocks/>
          </p:cNvCxnSpPr>
          <p:nvPr/>
        </p:nvCxnSpPr>
        <p:spPr>
          <a:xfrm>
            <a:off x="9456006" y="3120081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F5BA831-1E9B-8AE9-B271-ABA9B9651DCE}"/>
              </a:ext>
            </a:extLst>
          </p:cNvPr>
          <p:cNvCxnSpPr>
            <a:cxnSpLocks/>
          </p:cNvCxnSpPr>
          <p:nvPr/>
        </p:nvCxnSpPr>
        <p:spPr>
          <a:xfrm>
            <a:off x="9448283" y="3132437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C1AB479-09BA-13E1-D2E7-87C3122EF520}"/>
              </a:ext>
            </a:extLst>
          </p:cNvPr>
          <p:cNvCxnSpPr>
            <a:cxnSpLocks/>
          </p:cNvCxnSpPr>
          <p:nvPr/>
        </p:nvCxnSpPr>
        <p:spPr>
          <a:xfrm>
            <a:off x="9440562" y="3126258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7C06D5-8ED0-5317-EF1E-F733CFD3397E}"/>
              </a:ext>
            </a:extLst>
          </p:cNvPr>
          <p:cNvCxnSpPr>
            <a:cxnSpLocks/>
          </p:cNvCxnSpPr>
          <p:nvPr/>
        </p:nvCxnSpPr>
        <p:spPr>
          <a:xfrm flipV="1">
            <a:off x="9448283" y="2947087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C41525-013F-BE58-96AC-7F0559E1FBFC}"/>
              </a:ext>
            </a:extLst>
          </p:cNvPr>
          <p:cNvCxnSpPr>
            <a:cxnSpLocks/>
          </p:cNvCxnSpPr>
          <p:nvPr/>
        </p:nvCxnSpPr>
        <p:spPr>
          <a:xfrm>
            <a:off x="9440561" y="312934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6C3BEE-BA2E-5BE4-224E-5AA7BFE862EF}"/>
              </a:ext>
            </a:extLst>
          </p:cNvPr>
          <p:cNvCxnSpPr/>
          <p:nvPr/>
        </p:nvCxnSpPr>
        <p:spPr>
          <a:xfrm flipV="1">
            <a:off x="2008872" y="3242103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640F6B5-DCD9-013D-FB1D-57015A38F86F}"/>
              </a:ext>
            </a:extLst>
          </p:cNvPr>
          <p:cNvCxnSpPr>
            <a:cxnSpLocks/>
          </p:cNvCxnSpPr>
          <p:nvPr/>
        </p:nvCxnSpPr>
        <p:spPr>
          <a:xfrm flipH="1" flipV="1">
            <a:off x="2080439" y="1396314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4899F63-53B0-75F8-459E-958FF007BECC}"/>
              </a:ext>
            </a:extLst>
          </p:cNvPr>
          <p:cNvCxnSpPr>
            <a:cxnSpLocks/>
          </p:cNvCxnSpPr>
          <p:nvPr/>
        </p:nvCxnSpPr>
        <p:spPr>
          <a:xfrm flipV="1">
            <a:off x="3471347" y="2196413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7F2C19E-363E-5D67-4FA8-BC8C1460C1F0}"/>
              </a:ext>
            </a:extLst>
          </p:cNvPr>
          <p:cNvCxnSpPr>
            <a:cxnSpLocks/>
          </p:cNvCxnSpPr>
          <p:nvPr/>
        </p:nvCxnSpPr>
        <p:spPr>
          <a:xfrm flipV="1">
            <a:off x="2379568" y="1736125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5015F43-66D0-848B-4DE0-03BC226F58FF}"/>
              </a:ext>
            </a:extLst>
          </p:cNvPr>
          <p:cNvCxnSpPr>
            <a:cxnSpLocks/>
          </p:cNvCxnSpPr>
          <p:nvPr/>
        </p:nvCxnSpPr>
        <p:spPr>
          <a:xfrm flipH="1" flipV="1">
            <a:off x="4133717" y="2330794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9347FA5-69D4-8F19-E782-CA78DAA28A06}"/>
              </a:ext>
            </a:extLst>
          </p:cNvPr>
          <p:cNvCxnSpPr>
            <a:cxnSpLocks/>
          </p:cNvCxnSpPr>
          <p:nvPr/>
        </p:nvCxnSpPr>
        <p:spPr>
          <a:xfrm flipH="1" flipV="1">
            <a:off x="2792760" y="1424118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697CC13-4F4F-F08A-68C4-2C4CA56BD0E4}"/>
              </a:ext>
            </a:extLst>
          </p:cNvPr>
          <p:cNvCxnSpPr>
            <a:cxnSpLocks/>
          </p:cNvCxnSpPr>
          <p:nvPr/>
        </p:nvCxnSpPr>
        <p:spPr>
          <a:xfrm flipH="1">
            <a:off x="2855246" y="3373394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4860782-2658-7982-7F14-460152872985}"/>
              </a:ext>
            </a:extLst>
          </p:cNvPr>
          <p:cNvCxnSpPr>
            <a:cxnSpLocks/>
          </p:cNvCxnSpPr>
          <p:nvPr/>
        </p:nvCxnSpPr>
        <p:spPr>
          <a:xfrm flipH="1">
            <a:off x="1169004" y="2965619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807167B-25BF-9B4C-6ADD-E470796684F7}"/>
              </a:ext>
            </a:extLst>
          </p:cNvPr>
          <p:cNvCxnSpPr>
            <a:cxnSpLocks/>
          </p:cNvCxnSpPr>
          <p:nvPr/>
        </p:nvCxnSpPr>
        <p:spPr>
          <a:xfrm flipH="1">
            <a:off x="1950828" y="4287796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3913DD-3831-FC17-1CB1-5C0B0298F100}"/>
              </a:ext>
            </a:extLst>
          </p:cNvPr>
          <p:cNvCxnSpPr>
            <a:cxnSpLocks/>
          </p:cNvCxnSpPr>
          <p:nvPr/>
        </p:nvCxnSpPr>
        <p:spPr>
          <a:xfrm>
            <a:off x="3300406" y="4065373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8AA3C1F-7666-17F8-2CA4-43E57E40C84D}"/>
              </a:ext>
            </a:extLst>
          </p:cNvPr>
          <p:cNvCxnSpPr>
            <a:cxnSpLocks/>
          </p:cNvCxnSpPr>
          <p:nvPr/>
        </p:nvCxnSpPr>
        <p:spPr>
          <a:xfrm>
            <a:off x="926754" y="1569308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4C4342F-649A-D86D-EF9E-ACD515A18B70}"/>
              </a:ext>
            </a:extLst>
          </p:cNvPr>
          <p:cNvCxnSpPr>
            <a:cxnSpLocks/>
          </p:cNvCxnSpPr>
          <p:nvPr/>
        </p:nvCxnSpPr>
        <p:spPr>
          <a:xfrm>
            <a:off x="4389732" y="1424116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B69CDE1-3A62-C589-C2DE-8A2C6D6B5BC3}"/>
              </a:ext>
            </a:extLst>
          </p:cNvPr>
          <p:cNvCxnSpPr>
            <a:cxnSpLocks/>
          </p:cNvCxnSpPr>
          <p:nvPr/>
        </p:nvCxnSpPr>
        <p:spPr>
          <a:xfrm>
            <a:off x="3748599" y="4040660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30AEA4-4283-E13E-6CC5-B0CD90819DF3}"/>
              </a:ext>
            </a:extLst>
          </p:cNvPr>
          <p:cNvCxnSpPr>
            <a:cxnSpLocks/>
          </p:cNvCxnSpPr>
          <p:nvPr/>
        </p:nvCxnSpPr>
        <p:spPr>
          <a:xfrm flipV="1">
            <a:off x="4133717" y="2900749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79C0CE0-1665-C50D-A007-EED48F396B5B}"/>
              </a:ext>
            </a:extLst>
          </p:cNvPr>
          <p:cNvCxnSpPr>
            <a:cxnSpLocks/>
          </p:cNvCxnSpPr>
          <p:nvPr/>
        </p:nvCxnSpPr>
        <p:spPr>
          <a:xfrm>
            <a:off x="3626965" y="343517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549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E6DFF7F5-F247-D698-326E-9F4BEFCD4C55}"/>
              </a:ext>
            </a:extLst>
          </p:cNvPr>
          <p:cNvSpPr/>
          <p:nvPr/>
        </p:nvSpPr>
        <p:spPr>
          <a:xfrm>
            <a:off x="4904087" y="2379531"/>
            <a:ext cx="410401" cy="370701"/>
          </a:xfrm>
          <a:prstGeom prst="cube">
            <a:avLst>
              <a:gd name="adj" fmla="val 3356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7ABE476-C247-A4AE-1635-98B89CCA20F1}"/>
              </a:ext>
            </a:extLst>
          </p:cNvPr>
          <p:cNvCxnSpPr>
            <a:cxnSpLocks/>
          </p:cNvCxnSpPr>
          <p:nvPr/>
        </p:nvCxnSpPr>
        <p:spPr>
          <a:xfrm flipV="1">
            <a:off x="3677027" y="2563681"/>
            <a:ext cx="1409092" cy="86531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F2E31E-283A-E03A-17B9-214748EFE87D}"/>
              </a:ext>
            </a:extLst>
          </p:cNvPr>
          <p:cNvCxnSpPr>
            <a:cxnSpLocks/>
          </p:cNvCxnSpPr>
          <p:nvPr/>
        </p:nvCxnSpPr>
        <p:spPr>
          <a:xfrm flipV="1">
            <a:off x="3677027" y="1186249"/>
            <a:ext cx="0" cy="224275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1D76F0-B780-C374-E269-388AFFCB2124}"/>
              </a:ext>
            </a:extLst>
          </p:cNvPr>
          <p:cNvCxnSpPr>
            <a:cxnSpLocks/>
          </p:cNvCxnSpPr>
          <p:nvPr/>
        </p:nvCxnSpPr>
        <p:spPr>
          <a:xfrm>
            <a:off x="3677027" y="3444447"/>
            <a:ext cx="3094479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0A429E-79C2-2351-8938-07A9F3E52126}"/>
              </a:ext>
            </a:extLst>
          </p:cNvPr>
          <p:cNvCxnSpPr>
            <a:cxnSpLocks/>
          </p:cNvCxnSpPr>
          <p:nvPr/>
        </p:nvCxnSpPr>
        <p:spPr>
          <a:xfrm flipH="1">
            <a:off x="2597150" y="3444447"/>
            <a:ext cx="1079876" cy="1216453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/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blipFill>
                <a:blip r:embed="rId2"/>
                <a:stretch>
                  <a:fillRect l="-11475" r="-1639" b="-98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/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blipFill>
                <a:blip r:embed="rId3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/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blipFill>
                <a:blip r:embed="rId4"/>
                <a:stretch>
                  <a:fillRect l="-12069" r="-1724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/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blipFill>
                <a:blip r:embed="rId5"/>
                <a:stretch>
                  <a:fillRect l="-25532" r="-21277" b="-65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/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blipFill>
                <a:blip r:embed="rId6"/>
                <a:stretch>
                  <a:fillRect l="-16667" r="-19048" b="-1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/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blipFill>
                <a:blip r:embed="rId7"/>
                <a:stretch>
                  <a:fillRect l="-14667" r="-8000" b="-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1904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ircle: Hollow 5">
            <a:extLst>
              <a:ext uri="{FF2B5EF4-FFF2-40B4-BE49-F238E27FC236}">
                <a16:creationId xmlns:a16="http://schemas.microsoft.com/office/drawing/2014/main" id="{EEFDF4C7-AC45-A3D0-1DC4-D2DC1BDE77DC}"/>
              </a:ext>
            </a:extLst>
          </p:cNvPr>
          <p:cNvSpPr/>
          <p:nvPr/>
        </p:nvSpPr>
        <p:spPr>
          <a:xfrm>
            <a:off x="4316628" y="1649628"/>
            <a:ext cx="3558744" cy="3558744"/>
          </a:xfrm>
          <a:prstGeom prst="donut">
            <a:avLst>
              <a:gd name="adj" fmla="val 7603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9B33153-66C4-3761-64D5-5D8E17111A63}"/>
              </a:ext>
            </a:extLst>
          </p:cNvPr>
          <p:cNvCxnSpPr>
            <a:cxnSpLocks/>
          </p:cNvCxnSpPr>
          <p:nvPr/>
        </p:nvCxnSpPr>
        <p:spPr>
          <a:xfrm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EF5EC7F-5090-BC6F-8473-51EAB692F782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49DC70-BC43-74F9-A4B7-270E30DA5442}"/>
              </a:ext>
            </a:extLst>
          </p:cNvPr>
          <p:cNvCxnSpPr>
            <a:cxnSpLocks/>
          </p:cNvCxnSpPr>
          <p:nvPr/>
        </p:nvCxnSpPr>
        <p:spPr>
          <a:xfrm flipV="1">
            <a:off x="6096000" y="2217420"/>
            <a:ext cx="891540" cy="121158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82C3AC5-C371-095E-F336-E42C7FC671B4}"/>
              </a:ext>
            </a:extLst>
          </p:cNvPr>
          <p:cNvCxnSpPr>
            <a:cxnSpLocks/>
          </p:cNvCxnSpPr>
          <p:nvPr/>
        </p:nvCxnSpPr>
        <p:spPr>
          <a:xfrm flipV="1">
            <a:off x="6096000" y="2397125"/>
            <a:ext cx="1447800" cy="103187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/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blipFill>
                <a:blip r:embed="rId2"/>
                <a:stretch>
                  <a:fillRect l="-16667" r="-1904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/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r>
                  <a:rPr lang="en-IN" sz="2400" dirty="0"/>
                  <a:t>+d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endParaRPr lang="en-IN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blipFill>
                <a:blip r:embed="rId3"/>
                <a:stretch>
                  <a:fillRect l="-11607" t="-26667" r="-11607" b="-5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/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blipFill>
                <a:blip r:embed="rId4"/>
                <a:stretch>
                  <a:fillRect l="-11475" r="-1639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/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blipFill>
                <a:blip r:embed="rId5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472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7EF53B-4D42-982B-BCF8-079F79408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6" t="20140" r="8254" b="9325"/>
          <a:stretch>
            <a:fillRect/>
          </a:stretch>
        </p:blipFill>
        <p:spPr>
          <a:xfrm>
            <a:off x="2598057" y="1168402"/>
            <a:ext cx="7315200" cy="3869869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5A85255-046C-8845-BB60-17EDA84904FF}"/>
              </a:ext>
            </a:extLst>
          </p:cNvPr>
          <p:cNvSpPr/>
          <p:nvPr/>
        </p:nvSpPr>
        <p:spPr>
          <a:xfrm>
            <a:off x="6096000" y="2499519"/>
            <a:ext cx="259557" cy="2436018"/>
          </a:xfrm>
          <a:custGeom>
            <a:avLst/>
            <a:gdLst>
              <a:gd name="csX0" fmla="*/ 1618 w 276225"/>
              <a:gd name="csY0" fmla="*/ 0 h 2433635"/>
              <a:gd name="csX1" fmla="*/ 0 w 276225"/>
              <a:gd name="csY1" fmla="*/ 2433635 h 2433635"/>
              <a:gd name="csX2" fmla="*/ 276225 w 276225"/>
              <a:gd name="csY2" fmla="*/ 2433635 h 2433635"/>
              <a:gd name="csX3" fmla="*/ 276225 w 276225"/>
              <a:gd name="csY3" fmla="*/ 414335 h 2433635"/>
              <a:gd name="csX4" fmla="*/ 1618 w 276225"/>
              <a:gd name="csY4" fmla="*/ 0 h 24336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433635">
                <a:moveTo>
                  <a:pt x="1618" y="0"/>
                </a:moveTo>
                <a:cubicBezTo>
                  <a:pt x="-3145" y="812006"/>
                  <a:pt x="4763" y="1621629"/>
                  <a:pt x="0" y="2433635"/>
                </a:cubicBezTo>
                <a:lnTo>
                  <a:pt x="276225" y="2433635"/>
                </a:lnTo>
                <a:lnTo>
                  <a:pt x="276225" y="414335"/>
                </a:lnTo>
                <a:lnTo>
                  <a:pt x="1618" y="0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/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blipFill>
                <a:blip r:embed="rId3"/>
                <a:stretch>
                  <a:fillRect l="-23404" r="-23404" b="-6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4301FAD-6A55-91DE-A1D9-7C7EE2D1A197}"/>
              </a:ext>
            </a:extLst>
          </p:cNvPr>
          <p:cNvCxnSpPr>
            <a:cxnSpLocks/>
          </p:cNvCxnSpPr>
          <p:nvPr/>
        </p:nvCxnSpPr>
        <p:spPr>
          <a:xfrm>
            <a:off x="2686050" y="4779449"/>
            <a:ext cx="340995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/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blipFill>
                <a:blip r:embed="rId4"/>
                <a:stretch>
                  <a:fillRect l="-17073" r="-1219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A99968-D0B6-D8B9-16CF-E4E770A9F8D0}"/>
              </a:ext>
            </a:extLst>
          </p:cNvPr>
          <p:cNvCxnSpPr/>
          <p:nvPr/>
        </p:nvCxnSpPr>
        <p:spPr>
          <a:xfrm>
            <a:off x="5676900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3F5C09C-64BB-3CF4-C7FE-862ACA8F55DD}"/>
              </a:ext>
            </a:extLst>
          </p:cNvPr>
          <p:cNvCxnSpPr>
            <a:cxnSpLocks/>
          </p:cNvCxnSpPr>
          <p:nvPr/>
        </p:nvCxnSpPr>
        <p:spPr>
          <a:xfrm flipH="1">
            <a:off x="6348425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/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:r>
                  <a:rPr lang="en-US" sz="2400" b="0" dirty="0"/>
                  <a:t>d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IN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blipFill>
                <a:blip r:embed="rId5"/>
                <a:stretch>
                  <a:fillRect l="-54545" t="-24590" r="-20000" b="-4918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/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𝑑𝑣</m:t>
                          </m:r>
                        </m:den>
                      </m:f>
                    </m:oMath>
                  </m:oMathPara>
                </a14:m>
                <a:endParaRPr lang="en-IN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853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19</Words>
  <Application>Microsoft Office PowerPoint</Application>
  <PresentationFormat>Widescreen</PresentationFormat>
  <Paragraphs>14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Parag Bhattacharya</dc:creator>
  <cp:lastModifiedBy>Parag Bhattacharya</cp:lastModifiedBy>
  <cp:revision>6</cp:revision>
  <dcterms:created xsi:type="dcterms:W3CDTF">2026-08-19T16:36:44Z</dcterms:created>
  <dcterms:modified xsi:type="dcterms:W3CDTF">2026-08-25T17:08:09Z</dcterms:modified>
</cp:coreProperties>
</file>