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989" y="23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30-09-2026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/>
          <p:cNvSpPr>
            <a:spLocks noChangeAspect="1"/>
          </p:cNvSpPr>
          <p:nvPr/>
        </p:nvSpPr>
        <p:spPr>
          <a:xfrm>
            <a:off x="9770455" y="18032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5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>
            <a:spLocks noChangeAspect="1"/>
          </p:cNvSpPr>
          <p:nvPr/>
        </p:nvSpPr>
        <p:spPr>
          <a:xfrm>
            <a:off x="7482611" y="440421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>
            <a:spLocks noChangeAspect="1"/>
          </p:cNvSpPr>
          <p:nvPr/>
        </p:nvSpPr>
        <p:spPr>
          <a:xfrm>
            <a:off x="6617162" y="11428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>
            <a:spLocks noChangeAspect="1"/>
          </p:cNvSpPr>
          <p:nvPr/>
        </p:nvSpPr>
        <p:spPr>
          <a:xfrm>
            <a:off x="76754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>
            <a:spLocks noChangeAspect="1"/>
          </p:cNvSpPr>
          <p:nvPr/>
        </p:nvSpPr>
        <p:spPr>
          <a:xfrm>
            <a:off x="220772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>
            <a:spLocks noChangeAspect="1"/>
          </p:cNvSpPr>
          <p:nvPr/>
        </p:nvSpPr>
        <p:spPr>
          <a:xfrm>
            <a:off x="805642" y="2240135"/>
            <a:ext cx="2880000" cy="28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>
            <a:spLocks noChangeAspect="1"/>
          </p:cNvSpPr>
          <p:nvPr/>
        </p:nvSpPr>
        <p:spPr>
          <a:xfrm>
            <a:off x="1525642" y="296013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n 7"/>
          <p:cNvSpPr/>
          <p:nvPr/>
        </p:nvSpPr>
        <p:spPr>
          <a:xfrm rot="16200000">
            <a:off x="7254420" y="620688"/>
            <a:ext cx="2880000" cy="6121400"/>
          </a:xfrm>
          <a:prstGeom prst="can">
            <a:avLst>
              <a:gd name="adj" fmla="val 46615"/>
            </a:avLst>
          </a:prstGeom>
          <a:solidFill>
            <a:schemeClr val="accent1">
              <a:alpha val="4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>
            <a:spLocks noChangeAspect="1"/>
          </p:cNvSpPr>
          <p:nvPr/>
        </p:nvSpPr>
        <p:spPr>
          <a:xfrm>
            <a:off x="4294242" y="2961387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rot="16200000">
            <a:off x="7913462" y="961046"/>
            <a:ext cx="1440000" cy="5440683"/>
          </a:xfrm>
          <a:prstGeom prst="can">
            <a:avLst>
              <a:gd name="adj" fmla="val 46615"/>
            </a:avLst>
          </a:prstGeom>
          <a:solidFill>
            <a:schemeClr val="accent1">
              <a:alpha val="50000"/>
            </a:schemeClr>
          </a:solidFill>
          <a:ln w="9525">
            <a:solidFill>
              <a:schemeClr val="bg2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4005349" y="3685308"/>
            <a:ext cx="8007927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>
            <a:spLocks noChangeAspect="1"/>
          </p:cNvSpPr>
          <p:nvPr/>
        </p:nvSpPr>
        <p:spPr>
          <a:xfrm>
            <a:off x="9242144" y="5193924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8202930" y="36880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734242" y="3685197"/>
            <a:ext cx="697038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7333488" y="1838960"/>
            <a:ext cx="0" cy="18468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10490083" y="2529840"/>
            <a:ext cx="0" cy="1158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961079" y="3685540"/>
            <a:ext cx="0" cy="22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rot="16200000" flipV="1">
            <a:off x="2226772" y="43711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251710" y="22402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5" idx="6"/>
          </p:cNvCxnSpPr>
          <p:nvPr/>
        </p:nvCxnSpPr>
        <p:spPr>
          <a:xfrm>
            <a:off x="2251710" y="3672840"/>
            <a:ext cx="713932" cy="7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blipFill>
                <a:blip r:embed="rId2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blipFill>
                <a:blip r:embed="rId3"/>
                <a:stretch>
                  <a:fillRect l="-18519" r="-1481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blipFill>
                <a:blip r:embed="rId4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blipFill>
                <a:blip r:embed="rId5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blipFill>
                <a:blip r:embed="rId6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blipFill>
                <a:blip r:embed="rId7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blipFill>
                <a:blip r:embed="rId8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blipFill>
                <a:blip r:embed="rId9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/>
          <p:cNvCxnSpPr/>
          <p:nvPr/>
        </p:nvCxnSpPr>
        <p:spPr>
          <a:xfrm flipV="1">
            <a:off x="6333028" y="77966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11129818" y="78347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32220" y="906780"/>
            <a:ext cx="47929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blipFill>
                <a:blip r:embed="rId10"/>
                <a:stretch>
                  <a:fillRect r="-72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181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flipV="1">
            <a:off x="2565588" y="106218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2565588" y="303195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/>
          <p:cNvSpPr/>
          <p:nvPr/>
        </p:nvSpPr>
        <p:spPr>
          <a:xfrm>
            <a:off x="2971800" y="2707640"/>
            <a:ext cx="340360" cy="695960"/>
          </a:xfrm>
          <a:prstGeom prst="arc">
            <a:avLst>
              <a:gd name="adj1" fmla="val 17004971"/>
              <a:gd name="adj2" fmla="val 418290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057400" y="275272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6893560" y="1064260"/>
            <a:ext cx="7620" cy="393446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720840" y="4916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598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750295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2750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366236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5467350" y="2755011"/>
            <a:ext cx="833628" cy="241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blipFill>
                <a:blip r:embed="rId5"/>
                <a:stretch>
                  <a:fillRect l="-17073" r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4538726" y="1100709"/>
            <a:ext cx="945642" cy="1855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405376" y="99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blipFill>
                <a:blip r:embed="rId7"/>
                <a:stretch>
                  <a:fillRect l="-30000" r="-275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Parallelogram 7"/>
          <p:cNvSpPr/>
          <p:nvPr/>
        </p:nvSpPr>
        <p:spPr>
          <a:xfrm rot="5400000">
            <a:off x="5461448" y="391919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5334000" y="2889504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H="1" flipV="1">
            <a:off x="5435600" y="4795520"/>
            <a:ext cx="890016" cy="1151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92266" y="480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/>
              <p:cNvSpPr txBox="1"/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982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7"/>
          <p:cNvSpPr/>
          <p:nvPr/>
        </p:nvSpPr>
        <p:spPr>
          <a:xfrm rot="5400000">
            <a:off x="4860621" y="3648037"/>
            <a:ext cx="1120177" cy="61004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/>
          <p:cNvSpPr/>
          <p:nvPr/>
        </p:nvSpPr>
        <p:spPr>
          <a:xfrm>
            <a:off x="4906410" y="2843349"/>
            <a:ext cx="1031094" cy="357051"/>
          </a:xfrm>
          <a:prstGeom prst="parallelogram">
            <a:avLst>
              <a:gd name="adj" fmla="val 109494"/>
            </a:avLst>
          </a:prstGeom>
          <a:solidFill>
            <a:schemeClr val="bg1">
              <a:lumMod val="50000"/>
              <a:alpha val="79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4918710" y="1501140"/>
            <a:ext cx="1151890" cy="1693545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5930265" y="1501141"/>
            <a:ext cx="140335" cy="134111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5297805" y="1501140"/>
            <a:ext cx="772795" cy="134112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5543550" y="1501140"/>
            <a:ext cx="527050" cy="169545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blipFill>
                <a:blip r:embed="rId5"/>
                <a:stretch>
                  <a:fillRect l="-16438" r="-12329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/>
          <p:cNvCxnSpPr/>
          <p:nvPr/>
        </p:nvCxnSpPr>
        <p:spPr>
          <a:xfrm flipV="1">
            <a:off x="5444490" y="1501141"/>
            <a:ext cx="626745" cy="150875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be 15"/>
          <p:cNvSpPr/>
          <p:nvPr/>
        </p:nvSpPr>
        <p:spPr>
          <a:xfrm>
            <a:off x="5894832" y="1338453"/>
            <a:ext cx="347472" cy="292608"/>
          </a:xfrm>
          <a:prstGeom prst="cube">
            <a:avLst>
              <a:gd name="adj" fmla="val 35417"/>
            </a:avLst>
          </a:prstGeom>
          <a:solidFill>
            <a:schemeClr val="accent1">
              <a:alpha val="8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blipFill>
                <a:blip r:embed="rId6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/>
              <p:cNvSpPr txBox="1"/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blipFill>
                <a:blip r:embed="rId7"/>
                <a:stretch>
                  <a:fillRect l="-15068" r="-15068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459708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160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7BEF0-AB5D-A9EE-E5BA-A669769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A1F6E4A-2CF4-52F2-5B65-17BD46C08B2A}"/>
              </a:ext>
            </a:extLst>
          </p:cNvPr>
          <p:cNvCxnSpPr>
            <a:cxnSpLocks/>
          </p:cNvCxnSpPr>
          <p:nvPr/>
        </p:nvCxnSpPr>
        <p:spPr>
          <a:xfrm flipH="1">
            <a:off x="3668922" y="302699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allelogram 1">
            <a:extLst>
              <a:ext uri="{FF2B5EF4-FFF2-40B4-BE49-F238E27FC236}">
                <a16:creationId xmlns:a16="http://schemas.microsoft.com/office/drawing/2014/main" id="{0844D4DA-9790-9E71-590D-9C1BB255E76B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6DEAEDFE-AEDE-B2B2-4911-B9D40D1D2AD3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C1C0A116-5E3F-5AC2-D9D4-E692A0B81C19}"/>
              </a:ext>
            </a:extLst>
          </p:cNvPr>
          <p:cNvSpPr/>
          <p:nvPr/>
        </p:nvSpPr>
        <p:spPr>
          <a:xfrm flipV="1">
            <a:off x="5560541" y="1480041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3E777E-BA07-9885-AE1E-B3F570556BFD}"/>
              </a:ext>
            </a:extLst>
          </p:cNvPr>
          <p:cNvSpPr/>
          <p:nvPr/>
        </p:nvSpPr>
        <p:spPr>
          <a:xfrm>
            <a:off x="5438502" y="141078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FF81C6-CEAC-E4AE-2124-7D4E3FBDF0CB}"/>
              </a:ext>
            </a:extLst>
          </p:cNvPr>
          <p:cNvCxnSpPr>
            <a:cxnSpLocks/>
            <a:stCxn id="23" idx="3"/>
          </p:cNvCxnSpPr>
          <p:nvPr/>
        </p:nvCxnSpPr>
        <p:spPr>
          <a:xfrm flipH="1">
            <a:off x="4233863" y="1591135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EAF70E-8A2F-9B17-BE3E-73C06FB87ED4}"/>
              </a:ext>
            </a:extLst>
          </p:cNvPr>
          <p:cNvCxnSpPr>
            <a:cxnSpLocks/>
          </p:cNvCxnSpPr>
          <p:nvPr/>
        </p:nvCxnSpPr>
        <p:spPr>
          <a:xfrm flipH="1">
            <a:off x="4678770" y="1591135"/>
            <a:ext cx="790674" cy="90441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01781AC4-DDB4-8358-19C0-39A470661EB5}"/>
              </a:ext>
            </a:extLst>
          </p:cNvPr>
          <p:cNvSpPr/>
          <p:nvPr/>
        </p:nvSpPr>
        <p:spPr>
          <a:xfrm>
            <a:off x="4135911" y="290121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/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728BFA-8EA4-65C2-2743-DC747D729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1526059"/>
                <a:ext cx="479427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FCA4654-D923-6DD0-825A-6F8E9FA73EE0}"/>
              </a:ext>
            </a:extLst>
          </p:cNvPr>
          <p:cNvCxnSpPr/>
          <p:nvPr/>
        </p:nvCxnSpPr>
        <p:spPr>
          <a:xfrm>
            <a:off x="6820930" y="152576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/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515BFB6-3AC4-8B65-3D4B-AC15AC147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1856509"/>
                <a:ext cx="297646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322932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909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942F0-2878-01F1-F7FE-7C28A021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C43B33A-D428-6ECE-4DF3-07C8BB200755}"/>
              </a:ext>
            </a:extLst>
          </p:cNvPr>
          <p:cNvCxnSpPr/>
          <p:nvPr/>
        </p:nvCxnSpPr>
        <p:spPr>
          <a:xfrm>
            <a:off x="6820930" y="2981180"/>
            <a:ext cx="0" cy="1501239"/>
          </a:xfrm>
          <a:prstGeom prst="straightConnector1">
            <a:avLst/>
          </a:prstGeom>
          <a:ln w="1905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/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1FE10-C60F-B5C8-36BD-01C362B0C6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207" y="3517669"/>
                <a:ext cx="297646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Parallelogram 1">
            <a:extLst>
              <a:ext uri="{FF2B5EF4-FFF2-40B4-BE49-F238E27FC236}">
                <a16:creationId xmlns:a16="http://schemas.microsoft.com/office/drawing/2014/main" id="{46C3C5D3-CDA0-E02F-960D-D4EBF52B20A0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F22542F-085A-A0DB-388F-2F4098254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6E28FB9-D0E8-F853-D60B-F39735233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4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B45ACBAA-5DD9-954E-6F25-6E12CF8CE1E9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C6B5703-F780-E62E-2A2F-C9400AA4A3A9}"/>
              </a:ext>
            </a:extLst>
          </p:cNvPr>
          <p:cNvCxnSpPr>
            <a:cxnSpLocks/>
          </p:cNvCxnSpPr>
          <p:nvPr/>
        </p:nvCxnSpPr>
        <p:spPr>
          <a:xfrm flipH="1" flipV="1">
            <a:off x="3668922" y="2340429"/>
            <a:ext cx="553581" cy="633216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Parallelogram 7">
            <a:extLst>
              <a:ext uri="{FF2B5EF4-FFF2-40B4-BE49-F238E27FC236}">
                <a16:creationId xmlns:a16="http://schemas.microsoft.com/office/drawing/2014/main" id="{60D7C684-B12A-6BB2-2B30-B1BBF46A7E81}"/>
              </a:ext>
            </a:extLst>
          </p:cNvPr>
          <p:cNvSpPr/>
          <p:nvPr/>
        </p:nvSpPr>
        <p:spPr>
          <a:xfrm>
            <a:off x="5560541" y="4474884"/>
            <a:ext cx="1975839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21A9AFB-DA03-0903-BF6B-88048E1468E7}"/>
              </a:ext>
            </a:extLst>
          </p:cNvPr>
          <p:cNvSpPr/>
          <p:nvPr/>
        </p:nvSpPr>
        <p:spPr>
          <a:xfrm flipV="1">
            <a:off x="5438502" y="437856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D7E2B02-2479-557E-B35B-23AED1403A61}"/>
              </a:ext>
            </a:extLst>
          </p:cNvPr>
          <p:cNvCxnSpPr>
            <a:cxnSpLocks/>
            <a:stCxn id="23" idx="3"/>
          </p:cNvCxnSpPr>
          <p:nvPr/>
        </p:nvCxnSpPr>
        <p:spPr>
          <a:xfrm flipH="1" flipV="1">
            <a:off x="4233863" y="2996187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9DF4F80-4D8A-1837-B078-560A2429CAF4}"/>
              </a:ext>
            </a:extLst>
          </p:cNvPr>
          <p:cNvCxnSpPr>
            <a:cxnSpLocks/>
          </p:cNvCxnSpPr>
          <p:nvPr/>
        </p:nvCxnSpPr>
        <p:spPr>
          <a:xfrm flipH="1" flipV="1">
            <a:off x="5144101" y="4037364"/>
            <a:ext cx="325343" cy="372145"/>
          </a:xfrm>
          <a:prstGeom prst="line">
            <a:avLst/>
          </a:prstGeom>
          <a:ln w="28575" cap="rnd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979C4A05-532B-0662-098C-347FDA797E22}"/>
              </a:ext>
            </a:extLst>
          </p:cNvPr>
          <p:cNvSpPr/>
          <p:nvPr/>
        </p:nvSpPr>
        <p:spPr>
          <a:xfrm flipV="1">
            <a:off x="4135911" y="288814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/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486DF46-C3CD-F039-AD0F-144A7D03B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4674" y="3964459"/>
                <a:ext cx="47942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/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08EA4DE-2159-CD6D-A5BC-68F93F0A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2165" y="2360648"/>
                <a:ext cx="29764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637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40" y="3682308"/>
                <a:ext cx="258404" cy="369332"/>
              </a:xfrm>
              <a:prstGeom prst="rect">
                <a:avLst/>
              </a:prstGeom>
              <a:blipFill>
                <a:blip r:embed="rId2"/>
                <a:stretch>
                  <a:fillRect l="-28571" r="-2619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Parallelogram 21"/>
          <p:cNvSpPr/>
          <p:nvPr/>
        </p:nvSpPr>
        <p:spPr>
          <a:xfrm>
            <a:off x="2288177" y="321649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4977130" y="1853969"/>
            <a:ext cx="383118" cy="1819564"/>
            <a:chOff x="2104390" y="2394989"/>
            <a:chExt cx="383118" cy="1819564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2299855" y="2394989"/>
              <a:ext cx="0" cy="1819564"/>
            </a:xfrm>
            <a:prstGeom prst="straightConnector1">
              <a:avLst/>
            </a:prstGeom>
            <a:ln w="19050" cap="rnd">
              <a:solidFill>
                <a:schemeClr val="tx1"/>
              </a:solidFill>
              <a:prstDash val="dash"/>
              <a:round/>
              <a:headEnd type="triangle" w="med" len="me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/>
                <p:cNvSpPr txBox="1"/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2200" dirty="0"/>
                </a:p>
              </p:txBody>
            </p:sp>
          </mc:Choice>
          <mc:Fallback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4390" y="3147060"/>
                  <a:ext cx="383118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7460" r="-17460" b="-25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Parallelogram 1"/>
          <p:cNvSpPr/>
          <p:nvPr/>
        </p:nvSpPr>
        <p:spPr>
          <a:xfrm>
            <a:off x="2288177" y="1392318"/>
            <a:ext cx="6453051" cy="1009138"/>
          </a:xfrm>
          <a:prstGeom prst="parallelogram">
            <a:avLst>
              <a:gd name="adj" fmla="val 172976"/>
            </a:avLst>
          </a:prstGeom>
          <a:solidFill>
            <a:schemeClr val="bg1">
              <a:lumMod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480" y="1894148"/>
                <a:ext cx="991875" cy="369332"/>
              </a:xfrm>
              <a:prstGeom prst="rect">
                <a:avLst/>
              </a:prstGeom>
              <a:blipFill>
                <a:blip r:embed="rId4"/>
                <a:stretch>
                  <a:fillRect l="-6748" r="-5521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37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7BEF0-AB5D-A9EE-E5BA-A66976952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5543296" y="1509776"/>
            <a:ext cx="955040" cy="0"/>
          </a:xfrm>
          <a:prstGeom prst="line">
            <a:avLst/>
          </a:prstGeom>
          <a:ln w="28575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Parallelogram 1">
            <a:extLst>
              <a:ext uri="{FF2B5EF4-FFF2-40B4-BE49-F238E27FC236}">
                <a16:creationId xmlns:a16="http://schemas.microsoft.com/office/drawing/2014/main" id="{0844D4DA-9790-9E71-590D-9C1BB255E76B}"/>
              </a:ext>
            </a:extLst>
          </p:cNvPr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tx1">
              <a:lumMod val="65000"/>
              <a:lumOff val="3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36704B2-A120-5D68-1562-1FC784838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C6BB4F-694B-1DCD-D2DB-5C478BAC0A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Parallelogram 7">
            <a:extLst>
              <a:ext uri="{FF2B5EF4-FFF2-40B4-BE49-F238E27FC236}">
                <a16:creationId xmlns:a16="http://schemas.microsoft.com/office/drawing/2014/main" id="{6DEAEDFE-AEDE-B2B2-4911-B9D40D1D2AD3}"/>
              </a:ext>
            </a:extLst>
          </p:cNvPr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bg1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B3E777E-BA07-9885-AE1E-B3F570556BFD}"/>
              </a:ext>
            </a:extLst>
          </p:cNvPr>
          <p:cNvSpPr/>
          <p:nvPr/>
        </p:nvSpPr>
        <p:spPr>
          <a:xfrm>
            <a:off x="5438502" y="141078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FF81C6-CEAC-E4AE-2124-7D4E3FBDF0CB}"/>
              </a:ext>
            </a:extLst>
          </p:cNvPr>
          <p:cNvCxnSpPr>
            <a:cxnSpLocks/>
            <a:stCxn id="23" idx="3"/>
          </p:cNvCxnSpPr>
          <p:nvPr/>
        </p:nvCxnSpPr>
        <p:spPr>
          <a:xfrm flipH="1">
            <a:off x="4233863" y="1591135"/>
            <a:ext cx="1235581" cy="1413322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01781AC4-DDB4-8358-19C0-39A470661EB5}"/>
              </a:ext>
            </a:extLst>
          </p:cNvPr>
          <p:cNvSpPr/>
          <p:nvPr/>
        </p:nvSpPr>
        <p:spPr>
          <a:xfrm>
            <a:off x="4135911" y="290121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3" name="Group 2"/>
          <p:cNvGrpSpPr/>
          <p:nvPr/>
        </p:nvGrpSpPr>
        <p:grpSpPr>
          <a:xfrm>
            <a:off x="6022967" y="1525760"/>
            <a:ext cx="297646" cy="1501239"/>
            <a:chOff x="6673207" y="1525760"/>
            <a:chExt cx="297646" cy="1501239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FCA4654-D923-6DD0-825A-6F8E9FA73EE0}"/>
                </a:ext>
              </a:extLst>
            </p:cNvPr>
            <p:cNvCxnSpPr/>
            <p:nvPr/>
          </p:nvCxnSpPr>
          <p:spPr>
            <a:xfrm>
              <a:off x="6820930" y="1525760"/>
              <a:ext cx="0" cy="150123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lg" len="med"/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515BFB6-3AC4-8B65-3D4B-AC15AC147A7F}"/>
                    </a:ext>
                  </a:extLst>
                </p:cNvPr>
                <p:cNvSpPr txBox="1"/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IN" sz="2800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E515BFB6-3AC4-8B65-3D4B-AC15AC147A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207" y="1856509"/>
                  <a:ext cx="297646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6541525" y="3015968"/>
                <a:ext cx="3028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1525" y="3015968"/>
                <a:ext cx="30284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/>
              <p:nvPr/>
            </p:nvSpPr>
            <p:spPr>
              <a:xfrm>
                <a:off x="6543557" y="1075408"/>
                <a:ext cx="1414683" cy="8918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IN" sz="28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401E4CD-5DFB-5EB5-9EE0-BDB032FE0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3557" y="1075408"/>
                <a:ext cx="1414683" cy="8918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7898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659</TotalTime>
  <Words>88</Words>
  <Application>Microsoft Office PowerPoint</Application>
  <PresentationFormat>Widescreen</PresentationFormat>
  <Paragraphs>82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Parag Bhattacharya</dc:creator>
  <cp:lastModifiedBy>Asus</cp:lastModifiedBy>
  <cp:revision>39</cp:revision>
  <dcterms:created xsi:type="dcterms:W3CDTF">2026-08-19T16:36:44Z</dcterms:created>
  <dcterms:modified xsi:type="dcterms:W3CDTF">2026-09-30T06:18:52Z</dcterms:modified>
</cp:coreProperties>
</file>