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8A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 showGuides="1">
      <p:cViewPr varScale="1">
        <p:scale>
          <a:sx n="78" d="100"/>
          <a:sy n="78" d="100"/>
        </p:scale>
        <p:origin x="972" y="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4FC8C-0B6F-0971-B7C4-C0C0C342DF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2ED708-E583-B53C-8DBF-407A11A7F9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265665-ACCC-7B2E-226E-5C8381649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A7790B-81EB-2E5A-9473-14877EA5D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2833B-1579-2F64-3769-1736A8400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4901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86C9F-6F28-A31F-4338-194DC90D2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4C6261-DDFA-DD90-4CB4-FB3859D019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15BC70-A58C-346F-78CF-B204000112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8A9A2F-3643-3C3A-38B8-5CFE6F6B5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D52C9-7BEA-20FB-DEDB-91FAFE51E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2230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51920-2748-C59E-2DCC-DACE99F39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BB7159-63FA-7BBB-1F19-A3098B1B28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AD43D7-45E6-79CE-6068-A33A78847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706444-E1AE-1F2D-502F-8F826A04B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249146-1C60-B9FF-AC13-83F4C949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2875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35DBD-9FAA-D354-0835-66A05CC00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1B4DE-5B64-AA70-5977-570846A10C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AFB915-086A-EFD1-42DD-012480D971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6E3F9F-C089-D9AE-E71E-F8EE62965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0DED89-C33F-D065-5C2E-CCA442130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E2C45F-93EF-2CA6-ED89-0B031BED2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44000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2673F-2D1A-7FD4-9D26-5C290C71D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FA9612-4F67-43D8-57B8-F5557C8043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646CD6-1583-1184-21F8-ED3DCC10EF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22DD41-06F4-B907-4E37-44255607BC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FE37BC-E083-9466-A4A2-F88B3E2E50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F54B63-F889-37D9-529B-2E55F0A6F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BBB079-E875-FF66-75BD-031F8D43B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BAF61C-7815-A267-FEE7-3CDF417D7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2423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447DB-C6AC-07B4-AA53-DB36104FD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3C5254-6249-6A6E-9F8B-57DB7E6B3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CF0B22-100D-D1C5-911B-B38DE319B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3D9F55-3864-3B93-73EE-72BB89338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38530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3531BD-8F1D-6E3F-62D1-042185461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E7C824-F115-3ED4-AF40-2970CCFE7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ACC26-48DB-137B-7730-BBA11E182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85557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DFF1F-51FA-952A-FE77-C72E4D590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90C7C8-B450-3145-E7EA-99CAC1302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CC5FB3-E4C2-E13F-966F-D1CC4C8ACD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8AD840-B5FA-AC49-F76B-F529B7E15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157FA6-2678-07FC-4BA5-44408AD42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348DAD-2181-1F9C-C2DD-F8889A1F9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1578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C1DE8-E098-E7F9-F89C-689C2D2F7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8450DE-F969-B8B0-3CFF-C0C5FA9C25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48F666-685D-D4A0-50B2-167A87366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4938FF-764A-0BED-4474-63C5E33F0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E298C6-1FE1-E788-115F-C1216ED01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37CFF2-766C-3EB0-DB57-E168B7E60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96287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A57E1-F87F-8BC4-DE79-C13F46A0E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201731-9B48-3ABA-00F1-7FD44ED25E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D901A-26C9-D3FB-0E5D-45EF7D8C4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A21655-00BD-3234-A977-FA40FAB9A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FBEEF7-4D06-4345-5393-E8FE57B25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8794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6137D0-0FCA-6929-1DD5-000A372016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35090B-A991-4086-C8B8-49A04491E7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51967A-2CCB-3928-FE36-232C382C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7256CD-9852-3C3D-A44E-6EB51D496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228924-89DB-5A37-D355-F6CD95598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79279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93E056-3452-16C1-8CD0-69F19DC5A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7D8A32-72D5-1FFB-5BEB-B08CA218D3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9792A5-6D5A-7EC3-A061-42B5A10CA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7390B5-D7E4-4A9A-ABAD-920B3BD530F5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0734D2-06D7-87E4-EA8E-DF59DC67B7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BFD1D0-60EA-EC94-861C-5CA6090DA8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38222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3DBC3A0-E9BE-01C9-C320-38FB5E5CCC4A}"/>
              </a:ext>
            </a:extLst>
          </p:cNvPr>
          <p:cNvCxnSpPr/>
          <p:nvPr/>
        </p:nvCxnSpPr>
        <p:spPr>
          <a:xfrm flipV="1">
            <a:off x="9440562" y="2261286"/>
            <a:ext cx="556054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A71F867-C851-B508-B87A-A6A92093E5EF}"/>
              </a:ext>
            </a:extLst>
          </p:cNvPr>
          <p:cNvCxnSpPr>
            <a:cxnSpLocks/>
          </p:cNvCxnSpPr>
          <p:nvPr/>
        </p:nvCxnSpPr>
        <p:spPr>
          <a:xfrm flipH="1" flipV="1">
            <a:off x="9316995" y="1692876"/>
            <a:ext cx="123567" cy="142102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95E0BE-6A4C-9B32-2BE7-5C1CF513C437}"/>
              </a:ext>
            </a:extLst>
          </p:cNvPr>
          <p:cNvCxnSpPr>
            <a:cxnSpLocks/>
          </p:cNvCxnSpPr>
          <p:nvPr/>
        </p:nvCxnSpPr>
        <p:spPr>
          <a:xfrm flipV="1">
            <a:off x="9440562" y="2261286"/>
            <a:ext cx="216243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AEE53C3-E8C4-6E6C-E97F-FFC7745C1FF4}"/>
              </a:ext>
            </a:extLst>
          </p:cNvPr>
          <p:cNvCxnSpPr>
            <a:cxnSpLocks/>
          </p:cNvCxnSpPr>
          <p:nvPr/>
        </p:nvCxnSpPr>
        <p:spPr>
          <a:xfrm flipV="1">
            <a:off x="9456007" y="2261286"/>
            <a:ext cx="1809239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3A5F991-7165-7DF3-98C0-052F970160EF}"/>
              </a:ext>
            </a:extLst>
          </p:cNvPr>
          <p:cNvCxnSpPr>
            <a:cxnSpLocks/>
          </p:cNvCxnSpPr>
          <p:nvPr/>
        </p:nvCxnSpPr>
        <p:spPr>
          <a:xfrm flipH="1" flipV="1">
            <a:off x="8404653" y="2940908"/>
            <a:ext cx="1035909" cy="17299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46AFC5D-A9EA-7632-8980-E38C4CCE1CF2}"/>
              </a:ext>
            </a:extLst>
          </p:cNvPr>
          <p:cNvCxnSpPr>
            <a:cxnSpLocks/>
          </p:cNvCxnSpPr>
          <p:nvPr/>
        </p:nvCxnSpPr>
        <p:spPr>
          <a:xfrm flipH="1" flipV="1">
            <a:off x="9092513" y="2687594"/>
            <a:ext cx="363494" cy="42630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25F1EE2-A541-5FE4-FD24-824F0251214B}"/>
              </a:ext>
            </a:extLst>
          </p:cNvPr>
          <p:cNvCxnSpPr>
            <a:cxnSpLocks/>
          </p:cNvCxnSpPr>
          <p:nvPr/>
        </p:nvCxnSpPr>
        <p:spPr>
          <a:xfrm flipH="1">
            <a:off x="8930330" y="3101545"/>
            <a:ext cx="517955" cy="123569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950C46E-0DCC-0264-F936-277C085DC663}"/>
              </a:ext>
            </a:extLst>
          </p:cNvPr>
          <p:cNvCxnSpPr>
            <a:cxnSpLocks/>
          </p:cNvCxnSpPr>
          <p:nvPr/>
        </p:nvCxnSpPr>
        <p:spPr>
          <a:xfrm flipH="1">
            <a:off x="8083892" y="3101545"/>
            <a:ext cx="1368254" cy="9391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C79EF24-D02B-86CF-3FA6-3D065794F432}"/>
              </a:ext>
            </a:extLst>
          </p:cNvPr>
          <p:cNvCxnSpPr>
            <a:cxnSpLocks/>
          </p:cNvCxnSpPr>
          <p:nvPr/>
        </p:nvCxnSpPr>
        <p:spPr>
          <a:xfrm flipH="1">
            <a:off x="8930330" y="3120080"/>
            <a:ext cx="510232" cy="73522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A0EC9F7-1736-064E-67FB-EB3BEB73127F}"/>
              </a:ext>
            </a:extLst>
          </p:cNvPr>
          <p:cNvCxnSpPr>
            <a:cxnSpLocks/>
          </p:cNvCxnSpPr>
          <p:nvPr/>
        </p:nvCxnSpPr>
        <p:spPr>
          <a:xfrm>
            <a:off x="9448284" y="3126259"/>
            <a:ext cx="517955" cy="1328352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2DF28D8-1A75-F303-5DA2-CE82E3A8EA28}"/>
              </a:ext>
            </a:extLst>
          </p:cNvPr>
          <p:cNvCxnSpPr>
            <a:cxnSpLocks/>
          </p:cNvCxnSpPr>
          <p:nvPr/>
        </p:nvCxnSpPr>
        <p:spPr>
          <a:xfrm>
            <a:off x="9456006" y="3120081"/>
            <a:ext cx="1034881" cy="124185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F5BA831-1E9B-8AE9-B271-ABA9B9651DCE}"/>
              </a:ext>
            </a:extLst>
          </p:cNvPr>
          <p:cNvCxnSpPr>
            <a:cxnSpLocks/>
          </p:cNvCxnSpPr>
          <p:nvPr/>
        </p:nvCxnSpPr>
        <p:spPr>
          <a:xfrm>
            <a:off x="9448283" y="3132437"/>
            <a:ext cx="634831" cy="48191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C1AB479-09BA-13E1-D2E7-87C3122EF520}"/>
              </a:ext>
            </a:extLst>
          </p:cNvPr>
          <p:cNvCxnSpPr>
            <a:cxnSpLocks/>
          </p:cNvCxnSpPr>
          <p:nvPr/>
        </p:nvCxnSpPr>
        <p:spPr>
          <a:xfrm>
            <a:off x="9440562" y="3126258"/>
            <a:ext cx="1421027" cy="614750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17C06D5-8ED0-5317-EF1E-F733CFD3397E}"/>
              </a:ext>
            </a:extLst>
          </p:cNvPr>
          <p:cNvCxnSpPr>
            <a:cxnSpLocks/>
          </p:cNvCxnSpPr>
          <p:nvPr/>
        </p:nvCxnSpPr>
        <p:spPr>
          <a:xfrm flipV="1">
            <a:off x="9448283" y="2947087"/>
            <a:ext cx="1042604" cy="1668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DC41525-013F-BE58-96AC-7F0559E1FBFC}"/>
              </a:ext>
            </a:extLst>
          </p:cNvPr>
          <p:cNvCxnSpPr>
            <a:cxnSpLocks/>
          </p:cNvCxnSpPr>
          <p:nvPr/>
        </p:nvCxnSpPr>
        <p:spPr>
          <a:xfrm>
            <a:off x="9440561" y="3129347"/>
            <a:ext cx="1330414" cy="10194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36C3BEE-BA2E-5BE4-224E-5AA7BFE862EF}"/>
              </a:ext>
            </a:extLst>
          </p:cNvPr>
          <p:cNvCxnSpPr/>
          <p:nvPr/>
        </p:nvCxnSpPr>
        <p:spPr>
          <a:xfrm flipV="1">
            <a:off x="2008872" y="3242103"/>
            <a:ext cx="556054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640F6B5-DCD9-013D-FB1D-57015A38F86F}"/>
              </a:ext>
            </a:extLst>
          </p:cNvPr>
          <p:cNvCxnSpPr>
            <a:cxnSpLocks/>
          </p:cNvCxnSpPr>
          <p:nvPr/>
        </p:nvCxnSpPr>
        <p:spPr>
          <a:xfrm flipH="1" flipV="1">
            <a:off x="2080439" y="1396314"/>
            <a:ext cx="123567" cy="142102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4899F63-53B0-75F8-459E-958FF007BECC}"/>
              </a:ext>
            </a:extLst>
          </p:cNvPr>
          <p:cNvCxnSpPr>
            <a:cxnSpLocks/>
          </p:cNvCxnSpPr>
          <p:nvPr/>
        </p:nvCxnSpPr>
        <p:spPr>
          <a:xfrm flipV="1">
            <a:off x="3471347" y="2196413"/>
            <a:ext cx="216243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7F2C19E-363E-5D67-4FA8-BC8C1460C1F0}"/>
              </a:ext>
            </a:extLst>
          </p:cNvPr>
          <p:cNvCxnSpPr>
            <a:cxnSpLocks/>
          </p:cNvCxnSpPr>
          <p:nvPr/>
        </p:nvCxnSpPr>
        <p:spPr>
          <a:xfrm flipV="1">
            <a:off x="2379568" y="1736125"/>
            <a:ext cx="1809239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5015F43-66D0-848B-4DE0-03BC226F58FF}"/>
              </a:ext>
            </a:extLst>
          </p:cNvPr>
          <p:cNvCxnSpPr>
            <a:cxnSpLocks/>
          </p:cNvCxnSpPr>
          <p:nvPr/>
        </p:nvCxnSpPr>
        <p:spPr>
          <a:xfrm flipH="1" flipV="1">
            <a:off x="4133717" y="2330794"/>
            <a:ext cx="1035909" cy="17299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9347FA5-69D4-8F19-E782-CA78DAA28A06}"/>
              </a:ext>
            </a:extLst>
          </p:cNvPr>
          <p:cNvCxnSpPr>
            <a:cxnSpLocks/>
          </p:cNvCxnSpPr>
          <p:nvPr/>
        </p:nvCxnSpPr>
        <p:spPr>
          <a:xfrm flipH="1" flipV="1">
            <a:off x="2792760" y="1424118"/>
            <a:ext cx="363494" cy="42630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697CC13-4F4F-F08A-68C4-2C4CA56BD0E4}"/>
              </a:ext>
            </a:extLst>
          </p:cNvPr>
          <p:cNvCxnSpPr>
            <a:cxnSpLocks/>
          </p:cNvCxnSpPr>
          <p:nvPr/>
        </p:nvCxnSpPr>
        <p:spPr>
          <a:xfrm flipH="1">
            <a:off x="2855246" y="3373394"/>
            <a:ext cx="517955" cy="123569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4860782-2658-7982-7F14-460152872985}"/>
              </a:ext>
            </a:extLst>
          </p:cNvPr>
          <p:cNvCxnSpPr>
            <a:cxnSpLocks/>
          </p:cNvCxnSpPr>
          <p:nvPr/>
        </p:nvCxnSpPr>
        <p:spPr>
          <a:xfrm flipH="1">
            <a:off x="1169004" y="2965619"/>
            <a:ext cx="1368254" cy="9391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807167B-25BF-9B4C-6ADD-E470796684F7}"/>
              </a:ext>
            </a:extLst>
          </p:cNvPr>
          <p:cNvCxnSpPr>
            <a:cxnSpLocks/>
          </p:cNvCxnSpPr>
          <p:nvPr/>
        </p:nvCxnSpPr>
        <p:spPr>
          <a:xfrm flipH="1">
            <a:off x="1950828" y="4287796"/>
            <a:ext cx="510232" cy="73522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E3913DD-3831-FC17-1CB1-5C0B0298F100}"/>
              </a:ext>
            </a:extLst>
          </p:cNvPr>
          <p:cNvCxnSpPr>
            <a:cxnSpLocks/>
          </p:cNvCxnSpPr>
          <p:nvPr/>
        </p:nvCxnSpPr>
        <p:spPr>
          <a:xfrm>
            <a:off x="3300406" y="4065373"/>
            <a:ext cx="517955" cy="1328352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8AA3C1F-7666-17F8-2CA4-43E57E40C84D}"/>
              </a:ext>
            </a:extLst>
          </p:cNvPr>
          <p:cNvCxnSpPr>
            <a:cxnSpLocks/>
          </p:cNvCxnSpPr>
          <p:nvPr/>
        </p:nvCxnSpPr>
        <p:spPr>
          <a:xfrm>
            <a:off x="926754" y="1569308"/>
            <a:ext cx="1034881" cy="124185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4C4342F-649A-D86D-EF9E-ACD515A18B70}"/>
              </a:ext>
            </a:extLst>
          </p:cNvPr>
          <p:cNvCxnSpPr>
            <a:cxnSpLocks/>
          </p:cNvCxnSpPr>
          <p:nvPr/>
        </p:nvCxnSpPr>
        <p:spPr>
          <a:xfrm>
            <a:off x="4389732" y="1424116"/>
            <a:ext cx="634831" cy="48191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B69CDE1-3A62-C589-C2DE-8A2C6D6B5BC3}"/>
              </a:ext>
            </a:extLst>
          </p:cNvPr>
          <p:cNvCxnSpPr>
            <a:cxnSpLocks/>
          </p:cNvCxnSpPr>
          <p:nvPr/>
        </p:nvCxnSpPr>
        <p:spPr>
          <a:xfrm>
            <a:off x="3748599" y="4040660"/>
            <a:ext cx="1421027" cy="614750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330AEA4-4283-E13E-6CC5-B0CD90819DF3}"/>
              </a:ext>
            </a:extLst>
          </p:cNvPr>
          <p:cNvCxnSpPr>
            <a:cxnSpLocks/>
          </p:cNvCxnSpPr>
          <p:nvPr/>
        </p:nvCxnSpPr>
        <p:spPr>
          <a:xfrm flipV="1">
            <a:off x="4133717" y="2900749"/>
            <a:ext cx="1042604" cy="1668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79C0CE0-1665-C50D-A007-EED48F396B5B}"/>
              </a:ext>
            </a:extLst>
          </p:cNvPr>
          <p:cNvCxnSpPr>
            <a:cxnSpLocks/>
          </p:cNvCxnSpPr>
          <p:nvPr/>
        </p:nvCxnSpPr>
        <p:spPr>
          <a:xfrm>
            <a:off x="3626965" y="3435177"/>
            <a:ext cx="1330414" cy="10194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15493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ube 12">
            <a:extLst>
              <a:ext uri="{FF2B5EF4-FFF2-40B4-BE49-F238E27FC236}">
                <a16:creationId xmlns:a16="http://schemas.microsoft.com/office/drawing/2014/main" id="{E6DFF7F5-F247-D698-326E-9F4BEFCD4C55}"/>
              </a:ext>
            </a:extLst>
          </p:cNvPr>
          <p:cNvSpPr/>
          <p:nvPr/>
        </p:nvSpPr>
        <p:spPr>
          <a:xfrm>
            <a:off x="4904087" y="2379531"/>
            <a:ext cx="410401" cy="370701"/>
          </a:xfrm>
          <a:prstGeom prst="cube">
            <a:avLst>
              <a:gd name="adj" fmla="val 3356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7ABE476-C247-A4AE-1635-98B89CCA20F1}"/>
              </a:ext>
            </a:extLst>
          </p:cNvPr>
          <p:cNvCxnSpPr>
            <a:cxnSpLocks/>
          </p:cNvCxnSpPr>
          <p:nvPr/>
        </p:nvCxnSpPr>
        <p:spPr>
          <a:xfrm flipV="1">
            <a:off x="3677027" y="2563681"/>
            <a:ext cx="1409092" cy="865319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AF2E31E-283A-E03A-17B9-214748EFE87D}"/>
              </a:ext>
            </a:extLst>
          </p:cNvPr>
          <p:cNvCxnSpPr>
            <a:cxnSpLocks/>
          </p:cNvCxnSpPr>
          <p:nvPr/>
        </p:nvCxnSpPr>
        <p:spPr>
          <a:xfrm flipV="1">
            <a:off x="3677027" y="1186249"/>
            <a:ext cx="0" cy="2242751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1D76F0-B780-C374-E269-388AFFCB2124}"/>
              </a:ext>
            </a:extLst>
          </p:cNvPr>
          <p:cNvCxnSpPr>
            <a:cxnSpLocks/>
          </p:cNvCxnSpPr>
          <p:nvPr/>
        </p:nvCxnSpPr>
        <p:spPr>
          <a:xfrm>
            <a:off x="3677027" y="3444447"/>
            <a:ext cx="3094479" cy="1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10A429E-79C2-2351-8938-07A9F3E52126}"/>
              </a:ext>
            </a:extLst>
          </p:cNvPr>
          <p:cNvCxnSpPr>
            <a:cxnSpLocks/>
          </p:cNvCxnSpPr>
          <p:nvPr/>
        </p:nvCxnSpPr>
        <p:spPr>
          <a:xfrm flipH="1">
            <a:off x="2597150" y="3444447"/>
            <a:ext cx="1079876" cy="1216453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F09A0BE-BFF3-2B0F-2663-1A042E7243B6}"/>
                  </a:ext>
                </a:extLst>
              </p:cNvPr>
              <p:cNvSpPr txBox="1"/>
              <p:nvPr/>
            </p:nvSpPr>
            <p:spPr>
              <a:xfrm>
                <a:off x="2738121" y="4537847"/>
                <a:ext cx="36946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F09A0BE-BFF3-2B0F-2663-1A042E7243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8121" y="4537847"/>
                <a:ext cx="369460" cy="369332"/>
              </a:xfrm>
              <a:prstGeom prst="rect">
                <a:avLst/>
              </a:prstGeom>
              <a:blipFill>
                <a:blip r:embed="rId2"/>
                <a:stretch>
                  <a:fillRect l="-11475" r="-1639" b="-983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CFCDEC0-9CBC-85FD-D569-6BA5344EAD7F}"/>
                  </a:ext>
                </a:extLst>
              </p:cNvPr>
              <p:cNvSpPr txBox="1"/>
              <p:nvPr/>
            </p:nvSpPr>
            <p:spPr>
              <a:xfrm>
                <a:off x="6402046" y="3498676"/>
                <a:ext cx="378502" cy="398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CFCDEC0-9CBC-85FD-D569-6BA5344EAD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2046" y="3498676"/>
                <a:ext cx="378502" cy="398507"/>
              </a:xfrm>
              <a:prstGeom prst="rect">
                <a:avLst/>
              </a:prstGeom>
              <a:blipFill>
                <a:blip r:embed="rId3"/>
                <a:stretch>
                  <a:fillRect l="-11290" r="-6452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65F3E0-F8B0-BE11-EC37-E46B3566DA6B}"/>
                  </a:ext>
                </a:extLst>
              </p:cNvPr>
              <p:cNvSpPr txBox="1"/>
              <p:nvPr/>
            </p:nvSpPr>
            <p:spPr>
              <a:xfrm>
                <a:off x="3137088" y="1186249"/>
                <a:ext cx="3539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65F3E0-F8B0-BE11-EC37-E46B3566DA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7088" y="1186249"/>
                <a:ext cx="353943" cy="369332"/>
              </a:xfrm>
              <a:prstGeom prst="rect">
                <a:avLst/>
              </a:prstGeom>
              <a:blipFill>
                <a:blip r:embed="rId4"/>
                <a:stretch>
                  <a:fillRect l="-12069" r="-1724" b="-1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10F50C-3B21-2067-F32D-FCE28527346C}"/>
                  </a:ext>
                </a:extLst>
              </p:cNvPr>
              <p:cNvSpPr txBox="1"/>
              <p:nvPr/>
            </p:nvSpPr>
            <p:spPr>
              <a:xfrm>
                <a:off x="3534616" y="3488033"/>
                <a:ext cx="2848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10F50C-3B21-2067-F32D-FCE2852734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4616" y="3488033"/>
                <a:ext cx="284822" cy="369332"/>
              </a:xfrm>
              <a:prstGeom prst="rect">
                <a:avLst/>
              </a:prstGeom>
              <a:blipFill>
                <a:blip r:embed="rId5"/>
                <a:stretch>
                  <a:fillRect l="-25532" r="-21277" b="-655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47CC189-5A88-8A55-DE4B-C6CEEFFF687D}"/>
                  </a:ext>
                </a:extLst>
              </p:cNvPr>
              <p:cNvSpPr txBox="1"/>
              <p:nvPr/>
            </p:nvSpPr>
            <p:spPr>
              <a:xfrm>
                <a:off x="4163920" y="2643826"/>
                <a:ext cx="25327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acc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47CC189-5A88-8A55-DE4B-C6CEEFFF68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920" y="2643826"/>
                <a:ext cx="253274" cy="369332"/>
              </a:xfrm>
              <a:prstGeom prst="rect">
                <a:avLst/>
              </a:prstGeom>
              <a:blipFill>
                <a:blip r:embed="rId6"/>
                <a:stretch>
                  <a:fillRect l="-16667" r="-19048" b="-1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715B81E-6E52-2A31-3D93-FD27798D9CB9}"/>
                  </a:ext>
                </a:extLst>
              </p:cNvPr>
              <p:cNvSpPr txBox="1"/>
              <p:nvPr/>
            </p:nvSpPr>
            <p:spPr>
              <a:xfrm>
                <a:off x="4904087" y="2010199"/>
                <a:ext cx="45204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acc>
                        <m:accPr>
                          <m:chr m:val="⃗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acc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715B81E-6E52-2A31-3D93-FD27798D9C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4087" y="2010199"/>
                <a:ext cx="452047" cy="369332"/>
              </a:xfrm>
              <a:prstGeom prst="rect">
                <a:avLst/>
              </a:prstGeom>
              <a:blipFill>
                <a:blip r:embed="rId7"/>
                <a:stretch>
                  <a:fillRect l="-14667" r="-8000" b="-833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1904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ircle: Hollow 5">
            <a:extLst>
              <a:ext uri="{FF2B5EF4-FFF2-40B4-BE49-F238E27FC236}">
                <a16:creationId xmlns:a16="http://schemas.microsoft.com/office/drawing/2014/main" id="{EEFDF4C7-AC45-A3D0-1DC4-D2DC1BDE77DC}"/>
              </a:ext>
            </a:extLst>
          </p:cNvPr>
          <p:cNvSpPr/>
          <p:nvPr/>
        </p:nvSpPr>
        <p:spPr>
          <a:xfrm>
            <a:off x="4316628" y="1649628"/>
            <a:ext cx="3558744" cy="3558744"/>
          </a:xfrm>
          <a:prstGeom prst="donut">
            <a:avLst>
              <a:gd name="adj" fmla="val 7603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9B33153-66C4-3761-64D5-5D8E17111A63}"/>
              </a:ext>
            </a:extLst>
          </p:cNvPr>
          <p:cNvCxnSpPr>
            <a:cxnSpLocks/>
          </p:cNvCxnSpPr>
          <p:nvPr/>
        </p:nvCxnSpPr>
        <p:spPr>
          <a:xfrm flipV="1">
            <a:off x="6096000" y="886597"/>
            <a:ext cx="0" cy="5084806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EF5EC7F-5090-BC6F-8473-51EAB692F782}"/>
              </a:ext>
            </a:extLst>
          </p:cNvPr>
          <p:cNvCxnSpPr>
            <a:cxnSpLocks/>
          </p:cNvCxnSpPr>
          <p:nvPr/>
        </p:nvCxnSpPr>
        <p:spPr>
          <a:xfrm rot="5400000" flipV="1">
            <a:off x="6096000" y="886597"/>
            <a:ext cx="0" cy="5084806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149DC70-BC43-74F9-A4B7-270E30DA5442}"/>
              </a:ext>
            </a:extLst>
          </p:cNvPr>
          <p:cNvCxnSpPr>
            <a:cxnSpLocks/>
          </p:cNvCxnSpPr>
          <p:nvPr/>
        </p:nvCxnSpPr>
        <p:spPr>
          <a:xfrm flipV="1">
            <a:off x="6096000" y="2217420"/>
            <a:ext cx="891540" cy="1211580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82C3AC5-C371-095E-F336-E42C7FC671B4}"/>
              </a:ext>
            </a:extLst>
          </p:cNvPr>
          <p:cNvCxnSpPr>
            <a:cxnSpLocks/>
          </p:cNvCxnSpPr>
          <p:nvPr/>
        </p:nvCxnSpPr>
        <p:spPr>
          <a:xfrm flipV="1">
            <a:off x="6096000" y="2397125"/>
            <a:ext cx="1447800" cy="103187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28AD938-F315-BAF2-76C9-79D05A1B73D6}"/>
                  </a:ext>
                </a:extLst>
              </p:cNvPr>
              <p:cNvSpPr txBox="1"/>
              <p:nvPr/>
            </p:nvSpPr>
            <p:spPr>
              <a:xfrm>
                <a:off x="6413280" y="2359065"/>
                <a:ext cx="25327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acc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28AD938-F315-BAF2-76C9-79D05A1B73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280" y="2359065"/>
                <a:ext cx="253274" cy="369332"/>
              </a:xfrm>
              <a:prstGeom prst="rect">
                <a:avLst/>
              </a:prstGeom>
              <a:blipFill>
                <a:blip r:embed="rId2"/>
                <a:stretch>
                  <a:fillRect l="-16667" r="-1904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B58FC68-9773-6D54-E682-C007B374DCC5}"/>
                  </a:ext>
                </a:extLst>
              </p:cNvPr>
              <p:cNvSpPr txBox="1"/>
              <p:nvPr/>
            </p:nvSpPr>
            <p:spPr>
              <a:xfrm>
                <a:off x="6730250" y="2960438"/>
                <a:ext cx="6844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40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acc>
                  </m:oMath>
                </a14:m>
                <a:r>
                  <a:rPr lang="en-IN" sz="2400" dirty="0"/>
                  <a:t>+d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acc>
                  </m:oMath>
                </a14:m>
                <a:endParaRPr lang="en-IN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B58FC68-9773-6D54-E682-C007B374DC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0250" y="2960438"/>
                <a:ext cx="684483" cy="369332"/>
              </a:xfrm>
              <a:prstGeom prst="rect">
                <a:avLst/>
              </a:prstGeom>
              <a:blipFill>
                <a:blip r:embed="rId3"/>
                <a:stretch>
                  <a:fillRect l="-11607" t="-26667" r="-11607" b="-5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A125CAE-8F71-4B0D-DE56-35217BD93430}"/>
                  </a:ext>
                </a:extLst>
              </p:cNvPr>
              <p:cNvSpPr txBox="1"/>
              <p:nvPr/>
            </p:nvSpPr>
            <p:spPr>
              <a:xfrm>
                <a:off x="8297809" y="3429000"/>
                <a:ext cx="36946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A125CAE-8F71-4B0D-DE56-35217BD934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7809" y="3429000"/>
                <a:ext cx="369460" cy="369332"/>
              </a:xfrm>
              <a:prstGeom prst="rect">
                <a:avLst/>
              </a:prstGeom>
              <a:blipFill>
                <a:blip r:embed="rId4"/>
                <a:stretch>
                  <a:fillRect l="-11475" r="-1639" b="-1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3FBF60-F846-B9AE-65D7-EC0B089F5A76}"/>
                  </a:ext>
                </a:extLst>
              </p:cNvPr>
              <p:cNvSpPr txBox="1"/>
              <p:nvPr/>
            </p:nvSpPr>
            <p:spPr>
              <a:xfrm>
                <a:off x="5662040" y="735183"/>
                <a:ext cx="378502" cy="398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3FBF60-F846-B9AE-65D7-EC0B089F5A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2040" y="735183"/>
                <a:ext cx="378502" cy="398507"/>
              </a:xfrm>
              <a:prstGeom prst="rect">
                <a:avLst/>
              </a:prstGeom>
              <a:blipFill>
                <a:blip r:embed="rId5"/>
                <a:stretch>
                  <a:fillRect l="-11290" r="-6452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0472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7EF53B-4D42-982B-BCF8-079F794080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46" t="20140" r="8254" b="9325"/>
          <a:stretch>
            <a:fillRect/>
          </a:stretch>
        </p:blipFill>
        <p:spPr>
          <a:xfrm>
            <a:off x="2598057" y="1168402"/>
            <a:ext cx="7315200" cy="3869869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5A85255-046C-8845-BB60-17EDA84904FF}"/>
              </a:ext>
            </a:extLst>
          </p:cNvPr>
          <p:cNvSpPr/>
          <p:nvPr/>
        </p:nvSpPr>
        <p:spPr>
          <a:xfrm>
            <a:off x="6096000" y="2499519"/>
            <a:ext cx="259557" cy="2436018"/>
          </a:xfrm>
          <a:custGeom>
            <a:avLst/>
            <a:gdLst>
              <a:gd name="csX0" fmla="*/ 1618 w 276225"/>
              <a:gd name="csY0" fmla="*/ 0 h 2433635"/>
              <a:gd name="csX1" fmla="*/ 0 w 276225"/>
              <a:gd name="csY1" fmla="*/ 2433635 h 2433635"/>
              <a:gd name="csX2" fmla="*/ 276225 w 276225"/>
              <a:gd name="csY2" fmla="*/ 2433635 h 2433635"/>
              <a:gd name="csX3" fmla="*/ 276225 w 276225"/>
              <a:gd name="csY3" fmla="*/ 414335 h 2433635"/>
              <a:gd name="csX4" fmla="*/ 1618 w 276225"/>
              <a:gd name="csY4" fmla="*/ 0 h 24336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433635">
                <a:moveTo>
                  <a:pt x="1618" y="0"/>
                </a:moveTo>
                <a:cubicBezTo>
                  <a:pt x="-3145" y="812006"/>
                  <a:pt x="4763" y="1621629"/>
                  <a:pt x="0" y="2433635"/>
                </a:cubicBezTo>
                <a:lnTo>
                  <a:pt x="276225" y="2433635"/>
                </a:lnTo>
                <a:lnTo>
                  <a:pt x="276225" y="414335"/>
                </a:lnTo>
                <a:lnTo>
                  <a:pt x="1618" y="0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A2AF016-20D3-2DD7-CA7E-6007C3136B5C}"/>
                  </a:ext>
                </a:extLst>
              </p:cNvPr>
              <p:cNvSpPr txBox="1"/>
              <p:nvPr/>
            </p:nvSpPr>
            <p:spPr>
              <a:xfrm>
                <a:off x="2453039" y="4935537"/>
                <a:ext cx="2848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A2AF016-20D3-2DD7-CA7E-6007C3136B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3039" y="4935537"/>
                <a:ext cx="284822" cy="369332"/>
              </a:xfrm>
              <a:prstGeom prst="rect">
                <a:avLst/>
              </a:prstGeom>
              <a:blipFill>
                <a:blip r:embed="rId3"/>
                <a:stretch>
                  <a:fillRect l="-23404" r="-23404" b="-6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4301FAD-6A55-91DE-A1D9-7C7EE2D1A197}"/>
              </a:ext>
            </a:extLst>
          </p:cNvPr>
          <p:cNvCxnSpPr>
            <a:cxnSpLocks/>
          </p:cNvCxnSpPr>
          <p:nvPr/>
        </p:nvCxnSpPr>
        <p:spPr>
          <a:xfrm>
            <a:off x="2686050" y="4779449"/>
            <a:ext cx="340995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A18735-D52F-839F-48AE-791746F3FCD8}"/>
                  </a:ext>
                </a:extLst>
              </p:cNvPr>
              <p:cNvSpPr txBox="1"/>
              <p:nvPr/>
            </p:nvSpPr>
            <p:spPr>
              <a:xfrm>
                <a:off x="4172248" y="4566205"/>
                <a:ext cx="2446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A18735-D52F-839F-48AE-791746F3FC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248" y="4566205"/>
                <a:ext cx="244682" cy="369332"/>
              </a:xfrm>
              <a:prstGeom prst="rect">
                <a:avLst/>
              </a:prstGeom>
              <a:blipFill>
                <a:blip r:embed="rId4"/>
                <a:stretch>
                  <a:fillRect l="-17073" r="-1219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6A99968-D0B6-D8B9-16CF-E4E770A9F8D0}"/>
              </a:ext>
            </a:extLst>
          </p:cNvPr>
          <p:cNvCxnSpPr/>
          <p:nvPr/>
        </p:nvCxnSpPr>
        <p:spPr>
          <a:xfrm>
            <a:off x="5676900" y="5120203"/>
            <a:ext cx="4191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3F5C09C-64BB-3CF4-C7FE-862ACA8F55DD}"/>
              </a:ext>
            </a:extLst>
          </p:cNvPr>
          <p:cNvCxnSpPr>
            <a:cxnSpLocks/>
          </p:cNvCxnSpPr>
          <p:nvPr/>
        </p:nvCxnSpPr>
        <p:spPr>
          <a:xfrm flipH="1">
            <a:off x="6348425" y="5120203"/>
            <a:ext cx="4191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B25B025-2924-3CA3-0FEC-2BE253D6B026}"/>
                  </a:ext>
                </a:extLst>
              </p:cNvPr>
              <p:cNvSpPr txBox="1"/>
              <p:nvPr/>
            </p:nvSpPr>
            <p:spPr>
              <a:xfrm>
                <a:off x="6053724" y="5115609"/>
                <a:ext cx="33765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2400" b="0" dirty="0"/>
                  <a:t>d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IN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B25B025-2924-3CA3-0FEC-2BE253D6B0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3724" y="5115609"/>
                <a:ext cx="337657" cy="369332"/>
              </a:xfrm>
              <a:prstGeom prst="rect">
                <a:avLst/>
              </a:prstGeom>
              <a:blipFill>
                <a:blip r:embed="rId5"/>
                <a:stretch>
                  <a:fillRect l="-54545" t="-24590" r="-20000" b="-4918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1A2CBCB-5241-A7A3-8B81-81950129526B}"/>
                  </a:ext>
                </a:extLst>
              </p:cNvPr>
              <p:cNvSpPr txBox="1"/>
              <p:nvPr/>
            </p:nvSpPr>
            <p:spPr>
              <a:xfrm>
                <a:off x="2150970" y="1181100"/>
                <a:ext cx="450830" cy="5241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𝑑𝑣</m:t>
                          </m:r>
                        </m:den>
                      </m:f>
                    </m:oMath>
                  </m:oMathPara>
                </a14:m>
                <a:endParaRPr lang="en-IN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1A2CBCB-5241-A7A3-8B81-8195012952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970" y="1181100"/>
                <a:ext cx="450830" cy="52411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18539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9063619A-160E-8817-590B-ED216CF5DA63}"/>
              </a:ext>
            </a:extLst>
          </p:cNvPr>
          <p:cNvSpPr/>
          <p:nvPr/>
        </p:nvSpPr>
        <p:spPr>
          <a:xfrm>
            <a:off x="2868440" y="169287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1FBAF93-F701-8FE2-2CED-5EE1462FB2A5}"/>
              </a:ext>
            </a:extLst>
          </p:cNvPr>
          <p:cNvSpPr/>
          <p:nvPr/>
        </p:nvSpPr>
        <p:spPr>
          <a:xfrm>
            <a:off x="4495482" y="137877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AF67D03-E084-5733-9950-7B183F19A6BD}"/>
              </a:ext>
            </a:extLst>
          </p:cNvPr>
          <p:cNvSpPr/>
          <p:nvPr/>
        </p:nvSpPr>
        <p:spPr>
          <a:xfrm>
            <a:off x="3497112" y="242702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0AFAFD1-32E6-E777-2AAF-510CF2BED646}"/>
              </a:ext>
            </a:extLst>
          </p:cNvPr>
          <p:cNvSpPr/>
          <p:nvPr/>
        </p:nvSpPr>
        <p:spPr>
          <a:xfrm>
            <a:off x="4252331" y="1990193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46D434B-5108-683D-959F-43397F1E4AB1}"/>
              </a:ext>
            </a:extLst>
          </p:cNvPr>
          <p:cNvSpPr/>
          <p:nvPr/>
        </p:nvSpPr>
        <p:spPr>
          <a:xfrm>
            <a:off x="2986881" y="3154320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1472EB5-B86C-D428-A7CA-467F0CC7D5CD}"/>
              </a:ext>
            </a:extLst>
          </p:cNvPr>
          <p:cNvSpPr/>
          <p:nvPr/>
        </p:nvSpPr>
        <p:spPr>
          <a:xfrm>
            <a:off x="3973758" y="3503141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674934C-1C2D-70EF-2C5F-A1059CB56D2A}"/>
              </a:ext>
            </a:extLst>
          </p:cNvPr>
          <p:cNvSpPr/>
          <p:nvPr/>
        </p:nvSpPr>
        <p:spPr>
          <a:xfrm>
            <a:off x="3204519" y="4071552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372E0C0-5AEE-E8C9-B343-DD9E123C27BE}"/>
              </a:ext>
            </a:extLst>
          </p:cNvPr>
          <p:cNvSpPr/>
          <p:nvPr/>
        </p:nvSpPr>
        <p:spPr>
          <a:xfrm>
            <a:off x="4338894" y="4652319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DFB920-EB58-B2F5-CA28-53268EFD7DF1}"/>
              </a:ext>
            </a:extLst>
          </p:cNvPr>
          <p:cNvSpPr/>
          <p:nvPr/>
        </p:nvSpPr>
        <p:spPr>
          <a:xfrm>
            <a:off x="4742066" y="3857883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3D56427-BE32-05AC-28F5-6EFDD2D951A5}"/>
              </a:ext>
            </a:extLst>
          </p:cNvPr>
          <p:cNvSpPr/>
          <p:nvPr/>
        </p:nvSpPr>
        <p:spPr>
          <a:xfrm>
            <a:off x="6121538" y="4716540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40BD889-08F3-6245-D33A-DD83465383BF}"/>
              </a:ext>
            </a:extLst>
          </p:cNvPr>
          <p:cNvSpPr/>
          <p:nvPr/>
        </p:nvSpPr>
        <p:spPr>
          <a:xfrm>
            <a:off x="4696050" y="2423929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5333B16-41DA-9C3F-664C-BB71EE8C1475}"/>
              </a:ext>
            </a:extLst>
          </p:cNvPr>
          <p:cNvSpPr/>
          <p:nvPr/>
        </p:nvSpPr>
        <p:spPr>
          <a:xfrm>
            <a:off x="5120574" y="173176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65836BF-DDD7-13D0-5F31-831C40A2EB27}"/>
              </a:ext>
            </a:extLst>
          </p:cNvPr>
          <p:cNvSpPr/>
          <p:nvPr/>
        </p:nvSpPr>
        <p:spPr>
          <a:xfrm>
            <a:off x="5947493" y="1424565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98B3FB6-2BAA-9531-28ED-6704E44AA291}"/>
              </a:ext>
            </a:extLst>
          </p:cNvPr>
          <p:cNvSpPr/>
          <p:nvPr/>
        </p:nvSpPr>
        <p:spPr>
          <a:xfrm>
            <a:off x="5691283" y="2631937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CF3913D-B18A-D399-B3E3-CBD2217CEB78}"/>
              </a:ext>
            </a:extLst>
          </p:cNvPr>
          <p:cNvSpPr/>
          <p:nvPr/>
        </p:nvSpPr>
        <p:spPr>
          <a:xfrm>
            <a:off x="5891502" y="3397497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FF6C563-EAA2-5910-1FE2-885D36E3E4F1}"/>
              </a:ext>
            </a:extLst>
          </p:cNvPr>
          <p:cNvSpPr/>
          <p:nvPr/>
        </p:nvSpPr>
        <p:spPr>
          <a:xfrm>
            <a:off x="6785663" y="1778373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03A453C-C39A-5260-A541-3ADD67DC02EF}"/>
              </a:ext>
            </a:extLst>
          </p:cNvPr>
          <p:cNvSpPr/>
          <p:nvPr/>
        </p:nvSpPr>
        <p:spPr>
          <a:xfrm>
            <a:off x="7208108" y="3039151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BEA62BA-B8BD-1082-C759-86EDD62BD144}"/>
              </a:ext>
            </a:extLst>
          </p:cNvPr>
          <p:cNvSpPr/>
          <p:nvPr/>
        </p:nvSpPr>
        <p:spPr>
          <a:xfrm>
            <a:off x="5659170" y="417719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26AF821-92DB-4F09-2C21-46C4E1304672}"/>
              </a:ext>
            </a:extLst>
          </p:cNvPr>
          <p:cNvSpPr/>
          <p:nvPr/>
        </p:nvSpPr>
        <p:spPr>
          <a:xfrm>
            <a:off x="6748404" y="3886962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9E6C731-E624-A143-D8EA-46B6C400DB98}"/>
              </a:ext>
            </a:extLst>
          </p:cNvPr>
          <p:cNvSpPr/>
          <p:nvPr/>
        </p:nvSpPr>
        <p:spPr>
          <a:xfrm>
            <a:off x="6847698" y="2774423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4A8FE8F-80E4-9304-9260-90889AE23D25}"/>
              </a:ext>
            </a:extLst>
          </p:cNvPr>
          <p:cNvSpPr/>
          <p:nvPr/>
        </p:nvSpPr>
        <p:spPr>
          <a:xfrm>
            <a:off x="7613372" y="1533623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0443CD1-6497-E5B7-AF99-66FF600D63B2}"/>
              </a:ext>
            </a:extLst>
          </p:cNvPr>
          <p:cNvSpPr/>
          <p:nvPr/>
        </p:nvSpPr>
        <p:spPr>
          <a:xfrm>
            <a:off x="7923339" y="2356717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0CDC632-7A0D-64C6-3320-57D5BBC61178}"/>
              </a:ext>
            </a:extLst>
          </p:cNvPr>
          <p:cNvSpPr/>
          <p:nvPr/>
        </p:nvSpPr>
        <p:spPr>
          <a:xfrm>
            <a:off x="8028983" y="3502761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03CA952-97C6-7C6A-7834-1FCA2DC6C16A}"/>
              </a:ext>
            </a:extLst>
          </p:cNvPr>
          <p:cNvSpPr/>
          <p:nvPr/>
        </p:nvSpPr>
        <p:spPr>
          <a:xfrm>
            <a:off x="7548282" y="435715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4EF665F2-758F-F7C6-4ED7-F71310187D3C}"/>
              </a:ext>
            </a:extLst>
          </p:cNvPr>
          <p:cNvSpPr/>
          <p:nvPr/>
        </p:nvSpPr>
        <p:spPr>
          <a:xfrm>
            <a:off x="8991332" y="3152080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172AB187-A57E-CF10-56FD-025001273BF8}"/>
              </a:ext>
            </a:extLst>
          </p:cNvPr>
          <p:cNvSpPr/>
          <p:nvPr/>
        </p:nvSpPr>
        <p:spPr>
          <a:xfrm>
            <a:off x="8784207" y="1904164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AAECE0D-5899-077A-8A95-B30581DC3E48}"/>
              </a:ext>
            </a:extLst>
          </p:cNvPr>
          <p:cNvCxnSpPr>
            <a:cxnSpLocks/>
          </p:cNvCxnSpPr>
          <p:nvPr/>
        </p:nvCxnSpPr>
        <p:spPr>
          <a:xfrm flipH="1" flipV="1">
            <a:off x="3183102" y="3302916"/>
            <a:ext cx="534394" cy="1413624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88C4661-161E-5478-7F31-79995B0E2E3E}"/>
              </a:ext>
            </a:extLst>
          </p:cNvPr>
          <p:cNvCxnSpPr>
            <a:cxnSpLocks/>
          </p:cNvCxnSpPr>
          <p:nvPr/>
        </p:nvCxnSpPr>
        <p:spPr>
          <a:xfrm flipV="1">
            <a:off x="3187700" y="2198829"/>
            <a:ext cx="1165513" cy="111269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87F2B95-81B2-3B0C-D14B-1D74338C1E1E}"/>
              </a:ext>
            </a:extLst>
          </p:cNvPr>
          <p:cNvCxnSpPr>
            <a:cxnSpLocks/>
          </p:cNvCxnSpPr>
          <p:nvPr/>
        </p:nvCxnSpPr>
        <p:spPr>
          <a:xfrm>
            <a:off x="4348451" y="2201210"/>
            <a:ext cx="353262" cy="368159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727D8A2-A119-008A-280A-8BE75CBCC53B}"/>
              </a:ext>
            </a:extLst>
          </p:cNvPr>
          <p:cNvCxnSpPr>
            <a:cxnSpLocks/>
          </p:cNvCxnSpPr>
          <p:nvPr/>
        </p:nvCxnSpPr>
        <p:spPr>
          <a:xfrm>
            <a:off x="4696500" y="2564607"/>
            <a:ext cx="149021" cy="129327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94487A1-724C-DE4B-E34C-98670ABF4D10}"/>
              </a:ext>
            </a:extLst>
          </p:cNvPr>
          <p:cNvCxnSpPr>
            <a:cxnSpLocks/>
          </p:cNvCxnSpPr>
          <p:nvPr/>
        </p:nvCxnSpPr>
        <p:spPr>
          <a:xfrm flipV="1">
            <a:off x="4845521" y="1933575"/>
            <a:ext cx="413469" cy="1924308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EAF1C399-7B1B-E669-E219-D19D64ADD8B4}"/>
              </a:ext>
            </a:extLst>
          </p:cNvPr>
          <p:cNvCxnSpPr>
            <a:cxnSpLocks/>
          </p:cNvCxnSpPr>
          <p:nvPr/>
        </p:nvCxnSpPr>
        <p:spPr>
          <a:xfrm>
            <a:off x="5256609" y="1938337"/>
            <a:ext cx="2672055" cy="509911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260C5BE-376F-D58A-72A3-FAFABAD5584D}"/>
              </a:ext>
            </a:extLst>
          </p:cNvPr>
          <p:cNvCxnSpPr>
            <a:cxnSpLocks/>
          </p:cNvCxnSpPr>
          <p:nvPr/>
        </p:nvCxnSpPr>
        <p:spPr>
          <a:xfrm flipH="1">
            <a:off x="5896264" y="2445316"/>
            <a:ext cx="2026400" cy="306929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C4EBE37-3208-2769-E553-99D751DE3AB3}"/>
              </a:ext>
            </a:extLst>
          </p:cNvPr>
          <p:cNvCxnSpPr>
            <a:cxnSpLocks/>
          </p:cNvCxnSpPr>
          <p:nvPr/>
        </p:nvCxnSpPr>
        <p:spPr>
          <a:xfrm>
            <a:off x="5904116" y="2752245"/>
            <a:ext cx="890523" cy="115493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D81602B-DBC5-87D7-A28D-8DB17C3AB407}"/>
              </a:ext>
            </a:extLst>
          </p:cNvPr>
          <p:cNvCxnSpPr>
            <a:cxnSpLocks/>
          </p:cNvCxnSpPr>
          <p:nvPr/>
        </p:nvCxnSpPr>
        <p:spPr>
          <a:xfrm flipH="1" flipV="1">
            <a:off x="6121538" y="1598738"/>
            <a:ext cx="669840" cy="2305269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B3B3AC3-7746-A059-D18F-71E7659A69F2}"/>
              </a:ext>
            </a:extLst>
          </p:cNvPr>
          <p:cNvCxnSpPr>
            <a:cxnSpLocks/>
          </p:cNvCxnSpPr>
          <p:nvPr/>
        </p:nvCxnSpPr>
        <p:spPr>
          <a:xfrm>
            <a:off x="6124232" y="1604692"/>
            <a:ext cx="1529694" cy="106078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3E1AA45C-FCDD-D2DD-8065-D02573256054}"/>
              </a:ext>
            </a:extLst>
          </p:cNvPr>
          <p:cNvCxnSpPr>
            <a:cxnSpLocks/>
          </p:cNvCxnSpPr>
          <p:nvPr/>
        </p:nvCxnSpPr>
        <p:spPr>
          <a:xfrm>
            <a:off x="7644540" y="1713151"/>
            <a:ext cx="1348574" cy="1548454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40FEA67F-35FA-0172-8E4E-4DF7ED308865}"/>
              </a:ext>
            </a:extLst>
          </p:cNvPr>
          <p:cNvSpPr txBox="1"/>
          <p:nvPr/>
        </p:nvSpPr>
        <p:spPr>
          <a:xfrm>
            <a:off x="3217564" y="3208843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1</a:t>
            </a:r>
            <a:endParaRPr lang="en-IN" sz="1200" b="1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CD1E488-D95A-699B-0618-B2EC195B93FB}"/>
              </a:ext>
            </a:extLst>
          </p:cNvPr>
          <p:cNvSpPr txBox="1"/>
          <p:nvPr/>
        </p:nvSpPr>
        <p:spPr>
          <a:xfrm>
            <a:off x="4065418" y="2037996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2</a:t>
            </a:r>
            <a:endParaRPr lang="en-IN" sz="1200" b="1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774DD07-2F53-2310-1C20-D4A346EAD71A}"/>
              </a:ext>
            </a:extLst>
          </p:cNvPr>
          <p:cNvSpPr txBox="1"/>
          <p:nvPr/>
        </p:nvSpPr>
        <p:spPr>
          <a:xfrm>
            <a:off x="4655084" y="2190273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3</a:t>
            </a:r>
            <a:endParaRPr lang="en-IN" sz="1200" b="1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414823B-0CDA-A24E-65AF-C260022A4FC1}"/>
              </a:ext>
            </a:extLst>
          </p:cNvPr>
          <p:cNvSpPr txBox="1"/>
          <p:nvPr/>
        </p:nvSpPr>
        <p:spPr>
          <a:xfrm>
            <a:off x="4617342" y="3659885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4</a:t>
            </a:r>
            <a:endParaRPr lang="en-IN" sz="1200" b="1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DB5424C-08BB-E003-4A87-F86CDB8FDBC6}"/>
              </a:ext>
            </a:extLst>
          </p:cNvPr>
          <p:cNvSpPr txBox="1"/>
          <p:nvPr/>
        </p:nvSpPr>
        <p:spPr>
          <a:xfrm>
            <a:off x="5016202" y="1876561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5</a:t>
            </a:r>
            <a:endParaRPr lang="en-IN" sz="1200" b="1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BBF435A-433D-9FAD-B25E-C689B82B2127}"/>
              </a:ext>
            </a:extLst>
          </p:cNvPr>
          <p:cNvSpPr txBox="1"/>
          <p:nvPr/>
        </p:nvSpPr>
        <p:spPr>
          <a:xfrm>
            <a:off x="7784867" y="2440595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6</a:t>
            </a:r>
            <a:endParaRPr lang="en-IN" sz="1200" b="1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5BFDB68-AEE9-7918-76B0-68AED3073CB1}"/>
              </a:ext>
            </a:extLst>
          </p:cNvPr>
          <p:cNvSpPr txBox="1"/>
          <p:nvPr/>
        </p:nvSpPr>
        <p:spPr>
          <a:xfrm>
            <a:off x="5856363" y="2448248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7</a:t>
            </a:r>
            <a:endParaRPr lang="en-IN" sz="1200" b="1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35B1AE8-AE0E-DB8F-4CF7-E3E2EF20B953}"/>
              </a:ext>
            </a:extLst>
          </p:cNvPr>
          <p:cNvSpPr txBox="1"/>
          <p:nvPr/>
        </p:nvSpPr>
        <p:spPr>
          <a:xfrm>
            <a:off x="6562530" y="3807325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8</a:t>
            </a:r>
            <a:endParaRPr lang="en-IN" sz="1200" b="1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9CF831D-D0A7-D75E-5007-777411798891}"/>
              </a:ext>
            </a:extLst>
          </p:cNvPr>
          <p:cNvSpPr txBox="1"/>
          <p:nvPr/>
        </p:nvSpPr>
        <p:spPr>
          <a:xfrm>
            <a:off x="5926231" y="1607018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9</a:t>
            </a:r>
            <a:endParaRPr lang="en-IN" sz="1200" b="1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1F36E56-3F8F-0FD2-2E2C-275E03F4C3C2}"/>
              </a:ext>
            </a:extLst>
          </p:cNvPr>
          <p:cNvSpPr txBox="1"/>
          <p:nvPr/>
        </p:nvSpPr>
        <p:spPr>
          <a:xfrm>
            <a:off x="7289453" y="1416220"/>
            <a:ext cx="3950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10</a:t>
            </a:r>
            <a:endParaRPr lang="en-IN" sz="12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E7B31CAD-2362-B9E8-D289-062EF5F780C2}"/>
                  </a:ext>
                </a:extLst>
              </p:cNvPr>
              <p:cNvSpPr txBox="1"/>
              <p:nvPr/>
            </p:nvSpPr>
            <p:spPr>
              <a:xfrm>
                <a:off x="3768675" y="2727340"/>
                <a:ext cx="21166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E7B31CAD-2362-B9E8-D289-062EF5F78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75" y="2727340"/>
                <a:ext cx="211661" cy="215444"/>
              </a:xfrm>
              <a:prstGeom prst="rect">
                <a:avLst/>
              </a:prstGeom>
              <a:blipFill>
                <a:blip r:embed="rId2"/>
                <a:stretch>
                  <a:fillRect l="-20000" r="-2857" b="-1111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F9A19F15-A1B2-1AD5-C934-F029AA6C193B}"/>
                  </a:ext>
                </a:extLst>
              </p:cNvPr>
              <p:cNvSpPr txBox="1"/>
              <p:nvPr/>
            </p:nvSpPr>
            <p:spPr>
              <a:xfrm>
                <a:off x="4328219" y="2333362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F9A19F15-A1B2-1AD5-C934-F029AA6C1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8219" y="2333362"/>
                <a:ext cx="215828" cy="215444"/>
              </a:xfrm>
              <a:prstGeom prst="rect">
                <a:avLst/>
              </a:prstGeom>
              <a:blipFill>
                <a:blip r:embed="rId3"/>
                <a:stretch>
                  <a:fillRect l="-20000" r="-5714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CE9289BB-676D-6737-6A7C-37E3C06D6A26}"/>
                  </a:ext>
                </a:extLst>
              </p:cNvPr>
              <p:cNvSpPr txBox="1"/>
              <p:nvPr/>
            </p:nvSpPr>
            <p:spPr>
              <a:xfrm>
                <a:off x="4539357" y="3031106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CE9289BB-676D-6737-6A7C-37E3C06D6A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9357" y="3031106"/>
                <a:ext cx="215828" cy="215444"/>
              </a:xfrm>
              <a:prstGeom prst="rect">
                <a:avLst/>
              </a:prstGeom>
              <a:blipFill>
                <a:blip r:embed="rId4"/>
                <a:stretch>
                  <a:fillRect l="-22857" r="-5714" b="-1111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B4873CF2-E34C-6844-F777-0379EC04D08D}"/>
                  </a:ext>
                </a:extLst>
              </p:cNvPr>
              <p:cNvSpPr txBox="1"/>
              <p:nvPr/>
            </p:nvSpPr>
            <p:spPr>
              <a:xfrm>
                <a:off x="5077678" y="2752355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B4873CF2-E34C-6844-F777-0379EC04D0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7678" y="2752355"/>
                <a:ext cx="215828" cy="215444"/>
              </a:xfrm>
              <a:prstGeom prst="rect">
                <a:avLst/>
              </a:prstGeom>
              <a:blipFill>
                <a:blip r:embed="rId5"/>
                <a:stretch>
                  <a:fillRect l="-22857" r="-5714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8A1B806B-270B-44E3-943D-F64A780CD7EA}"/>
                  </a:ext>
                </a:extLst>
              </p:cNvPr>
              <p:cNvSpPr txBox="1"/>
              <p:nvPr/>
            </p:nvSpPr>
            <p:spPr>
              <a:xfrm>
                <a:off x="5992893" y="2110027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8A1B806B-270B-44E3-943D-F64A780CD7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2893" y="2110027"/>
                <a:ext cx="215828" cy="215444"/>
              </a:xfrm>
              <a:prstGeom prst="rect">
                <a:avLst/>
              </a:prstGeom>
              <a:blipFill>
                <a:blip r:embed="rId6"/>
                <a:stretch>
                  <a:fillRect l="-20000" r="-8571" b="-1714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79366CD4-C8F8-504B-05E6-3E4F1E9B4C49}"/>
                  </a:ext>
                </a:extLst>
              </p:cNvPr>
              <p:cNvSpPr txBox="1"/>
              <p:nvPr/>
            </p:nvSpPr>
            <p:spPr>
              <a:xfrm>
                <a:off x="6716673" y="2369974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79366CD4-C8F8-504B-05E6-3E4F1E9B4C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6673" y="2369974"/>
                <a:ext cx="215828" cy="215444"/>
              </a:xfrm>
              <a:prstGeom prst="rect">
                <a:avLst/>
              </a:prstGeom>
              <a:blipFill>
                <a:blip r:embed="rId7"/>
                <a:stretch>
                  <a:fillRect l="-22857" r="-5714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D4DF85F2-E8AA-472B-2A10-C4834A423FE1}"/>
                  </a:ext>
                </a:extLst>
              </p:cNvPr>
              <p:cNvSpPr txBox="1"/>
              <p:nvPr/>
            </p:nvSpPr>
            <p:spPr>
              <a:xfrm>
                <a:off x="6076142" y="3195194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D4DF85F2-E8AA-472B-2A10-C4834A423F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6142" y="3195194"/>
                <a:ext cx="215828" cy="215444"/>
              </a:xfrm>
              <a:prstGeom prst="rect">
                <a:avLst/>
              </a:prstGeom>
              <a:blipFill>
                <a:blip r:embed="rId8"/>
                <a:stretch>
                  <a:fillRect l="-22857" r="-5714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E786D889-94C4-9E24-F899-875780FCBF75}"/>
                  </a:ext>
                </a:extLst>
              </p:cNvPr>
              <p:cNvSpPr txBox="1"/>
              <p:nvPr/>
            </p:nvSpPr>
            <p:spPr>
              <a:xfrm>
                <a:off x="6559307" y="2883303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E786D889-94C4-9E24-F899-875780FCB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307" y="2883303"/>
                <a:ext cx="215828" cy="215444"/>
              </a:xfrm>
              <a:prstGeom prst="rect">
                <a:avLst/>
              </a:prstGeom>
              <a:blipFill>
                <a:blip r:embed="rId9"/>
                <a:stretch>
                  <a:fillRect l="-20000" r="-5714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3D06AECD-C932-39D9-B3A3-E5E22E31C1E9}"/>
                  </a:ext>
                </a:extLst>
              </p:cNvPr>
              <p:cNvSpPr txBox="1"/>
              <p:nvPr/>
            </p:nvSpPr>
            <p:spPr>
              <a:xfrm>
                <a:off x="6731002" y="1422487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3D06AECD-C932-39D9-B3A3-E5E22E31C1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1002" y="1422487"/>
                <a:ext cx="215828" cy="215444"/>
              </a:xfrm>
              <a:prstGeom prst="rect">
                <a:avLst/>
              </a:prstGeom>
              <a:blipFill>
                <a:blip r:embed="rId10"/>
                <a:stretch>
                  <a:fillRect l="-16667" r="-5556" b="-1111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64FC5167-E50A-BDAF-A442-4B672C396C22}"/>
              </a:ext>
            </a:extLst>
          </p:cNvPr>
          <p:cNvCxnSpPr>
            <a:cxnSpLocks/>
          </p:cNvCxnSpPr>
          <p:nvPr/>
        </p:nvCxnSpPr>
        <p:spPr>
          <a:xfrm flipH="1">
            <a:off x="8656320" y="3256802"/>
            <a:ext cx="330496" cy="9423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9466BBB8-8A3D-55EE-987B-E6121F3A7A8A}"/>
                  </a:ext>
                </a:extLst>
              </p:cNvPr>
              <p:cNvSpPr txBox="1"/>
              <p:nvPr/>
            </p:nvSpPr>
            <p:spPr>
              <a:xfrm>
                <a:off x="8362021" y="2277567"/>
                <a:ext cx="28700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9466BBB8-8A3D-55EE-987B-E6121F3A7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2021" y="2277567"/>
                <a:ext cx="287002" cy="215444"/>
              </a:xfrm>
              <a:prstGeom prst="rect">
                <a:avLst/>
              </a:prstGeom>
              <a:blipFill>
                <a:blip r:embed="rId11"/>
                <a:stretch>
                  <a:fillRect l="-17021" r="-2128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" name="TextBox 115">
            <a:extLst>
              <a:ext uri="{FF2B5EF4-FFF2-40B4-BE49-F238E27FC236}">
                <a16:creationId xmlns:a16="http://schemas.microsoft.com/office/drawing/2014/main" id="{277FF5D1-1F13-DAF1-CE4F-4424B036D36A}"/>
              </a:ext>
            </a:extLst>
          </p:cNvPr>
          <p:cNvSpPr txBox="1"/>
          <p:nvPr/>
        </p:nvSpPr>
        <p:spPr>
          <a:xfrm>
            <a:off x="8595911" y="3146448"/>
            <a:ext cx="3950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11</a:t>
            </a:r>
            <a:endParaRPr lang="en-IN" sz="1200" b="1" dirty="0"/>
          </a:p>
        </p:txBody>
      </p:sp>
    </p:spTree>
    <p:extLst>
      <p:ext uri="{BB962C8B-B14F-4D97-AF65-F5344CB8AC3E}">
        <p14:creationId xmlns:p14="http://schemas.microsoft.com/office/powerpoint/2010/main" val="3544004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</TotalTime>
  <Words>40</Words>
  <Application>Microsoft Office PowerPoint</Application>
  <PresentationFormat>Widescreen</PresentationFormat>
  <Paragraphs>35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Parag Bhattacharya</dc:creator>
  <cp:lastModifiedBy>Parag Bhattacharya</cp:lastModifiedBy>
  <cp:revision>14</cp:revision>
  <dcterms:created xsi:type="dcterms:W3CDTF">2026-08-19T16:36:44Z</dcterms:created>
  <dcterms:modified xsi:type="dcterms:W3CDTF">2026-08-27T17:25:29Z</dcterms:modified>
</cp:coreProperties>
</file>